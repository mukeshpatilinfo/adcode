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147483364" r:id="rId5"/>
    <p:sldId id="2147483332" r:id="rId6"/>
    <p:sldId id="21474833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18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Patil" userId="e122ab4b-93b1-41d2-91b8-b419fd6468d4" providerId="ADAL" clId="{52056BFE-0F41-4707-BD3C-5D3739BD7879}"/>
    <pc:docChg chg="modSld">
      <pc:chgData name="Mukesh Patil" userId="e122ab4b-93b1-41d2-91b8-b419fd6468d4" providerId="ADAL" clId="{52056BFE-0F41-4707-BD3C-5D3739BD7879}" dt="2026-07-22T18:00:47.602" v="0" actId="14100"/>
      <pc:docMkLst>
        <pc:docMk/>
      </pc:docMkLst>
      <pc:sldChg chg="modSp mod">
        <pc:chgData name="Mukesh Patil" userId="e122ab4b-93b1-41d2-91b8-b419fd6468d4" providerId="ADAL" clId="{52056BFE-0F41-4707-BD3C-5D3739BD7879}" dt="2026-07-22T18:00:47.602" v="0" actId="14100"/>
        <pc:sldMkLst>
          <pc:docMk/>
          <pc:sldMk cId="4164388980" sldId="2147483332"/>
        </pc:sldMkLst>
        <pc:spChg chg="mod">
          <ac:chgData name="Mukesh Patil" userId="e122ab4b-93b1-41d2-91b8-b419fd6468d4" providerId="ADAL" clId="{52056BFE-0F41-4707-BD3C-5D3739BD7879}" dt="2026-07-22T18:00:47.602" v="0" actId="14100"/>
          <ac:spMkLst>
            <pc:docMk/>
            <pc:sldMk cId="4164388980" sldId="2147483332"/>
            <ac:spMk id="3078" creationId="{923C30C6-33B4-991C-2630-9F5403F5A7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07DF7-0467-4FC8-8EEE-B748D4E1FF3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4934-20F3-4A2E-9800-7E406553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140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7C318-2CDA-4670-AF6C-F8BE77C30C7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652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7C318-2CDA-4670-AF6C-F8BE77C30C7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13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16721-9B34-5545-4EC8-80C7CD9C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7F232-75B6-26C8-54D4-E729F46D3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CEBFB-AD8C-0B35-D150-795828995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A3769-062E-0B82-F850-A1C77594A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7C318-2CDA-4670-AF6C-F8BE77C30C7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137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HCLTech | Supercharged Progress" descr="HCLTech | Supercharged Progress">
            <a:extLst>
              <a:ext uri="{FF2B5EF4-FFF2-40B4-BE49-F238E27FC236}">
                <a16:creationId xmlns:a16="http://schemas.microsoft.com/office/drawing/2014/main" id="{6D944A14-5E2B-02AE-1A6E-B9FF42579F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0" y="1872000"/>
            <a:ext cx="4798725" cy="1883593"/>
          </a:xfrm>
        </p:spPr>
        <p:txBody>
          <a:bodyPr anchor="b"/>
          <a:lstStyle>
            <a:lvl1pPr algn="l">
              <a:defRPr sz="4800" b="0">
                <a:latin typeface="+mn-lt"/>
              </a:defRPr>
            </a:lvl1pPr>
          </a:lstStyle>
          <a:p>
            <a:r>
              <a:rPr lang="en-US"/>
              <a:t>Place title here with maximum </a:t>
            </a:r>
            <a:r>
              <a:rPr lang="en-US">
                <a:latin typeface="+mj-lt"/>
              </a:rPr>
              <a:t>three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0" y="3601465"/>
            <a:ext cx="4773525" cy="732848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400" b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Insert cover subtitle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0"/>
            <a:ext cx="4799012" cy="276999"/>
          </a:xfrm>
        </p:spPr>
        <p:txBody>
          <a:bodyPr anchor="b">
            <a:spAutoFit/>
          </a:bodyPr>
          <a:lstStyle>
            <a:lvl1pPr>
              <a:defRPr sz="1800" b="0">
                <a:latin typeface="+mn-lt"/>
              </a:defRPr>
            </a:lvl1pPr>
          </a:lstStyle>
          <a:p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1774708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612872AB-F31E-FADB-DAAA-FE57B2F11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0"/>
            <a:ext cx="2956538" cy="276999"/>
          </a:xfrm>
        </p:spPr>
        <p:txBody>
          <a:bodyPr wrap="square" anchor="b">
            <a:sp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0"/>
            <a:ext cx="2992022" cy="706347"/>
          </a:xfrm>
        </p:spPr>
        <p:txBody>
          <a:bodyPr/>
          <a:lstStyle>
            <a:lvl1pPr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97459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87C0D87E-32CD-38CB-CA1D-B53428ADC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8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8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497803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 Logo">
            <a:extLst>
              <a:ext uri="{FF2B5EF4-FFF2-40B4-BE49-F238E27FC236}">
                <a16:creationId xmlns:a16="http://schemas.microsoft.com/office/drawing/2014/main" id="{A99E6F05-9C63-8E9F-382F-81110353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09368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HCLTech Logo">
            <a:extLst>
              <a:ext uri="{FF2B5EF4-FFF2-40B4-BE49-F238E27FC236}">
                <a16:creationId xmlns:a16="http://schemas.microsoft.com/office/drawing/2014/main" id="{69E4AD3F-55DF-0470-DFB3-DD4278A57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2014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&#10;&#10;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0"/>
            <a:ext cx="7312744" cy="627864"/>
          </a:xfrm>
        </p:spPr>
        <p:txBody>
          <a:bodyPr anchor="t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39" y="4450492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797101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81" r="74993"/>
          <a:stretch>
            <a:fillRect/>
          </a:stretch>
        </p:blipFill>
        <p:spPr>
          <a:xfrm flipH="1">
            <a:off x="9144183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5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2" y="4204800"/>
            <a:ext cx="480391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2" y="5307012"/>
            <a:ext cx="4782257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2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9891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79968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411358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80000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28284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4165237-FAA8-F9B2-BBA6-4705E0623F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26383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896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354819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D48A543-7C3E-DBB9-172E-515CCD23324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877024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4C1A001-470F-CA1A-C246-C3F13F1668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199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434775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6F0D03D-6386-9282-B41E-AC5DCC2FA5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0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0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0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7741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4704D04-FB56-1BAC-4DCE-E09FC11BBF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3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588D426-59F4-730A-A7F0-1FFB9B43D7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287792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B9EB3F12-5042-1CE1-3A6A-44FC37E7EE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118967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865A9C0-9168-D356-C695-9E89D21C8A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223402E-6329-10D1-2E9A-1DE5BAA832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289904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26E3893-7DEE-F44F-D42D-1F15E03921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46018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54387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2A59566-7027-D1BE-E027-E64B5CB4A6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636293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77180B-F8A0-72A9-11C9-97D1C54598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6930429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(Fixed)">
            <a:extLst>
              <a:ext uri="{FF2B5EF4-FFF2-40B4-BE49-F238E27FC236}">
                <a16:creationId xmlns:a16="http://schemas.microsoft.com/office/drawing/2014/main" id="{AB759DE5-494F-7AD6-A846-EB481BC67F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ECB425C-D4B2-63DD-0573-FF85C1635DE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247795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A8A57C8-8D78-6E98-6BBB-B5517A0961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879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785600"/>
            <a:ext cx="73441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D82871E-69F9-659C-9AF1-77E836ED92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9695596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AEC5BD2D-0B81-13F3-9370-EA56D210CD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DBAE76D-AAB8-9B62-71E1-CB9A76355B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4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73440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09CFECC-E720-EE40-1BF3-3008340293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23776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FD13A2-781F-9A45-8805-0B1D1A8DBEF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160136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0DD05761-9703-7A85-5615-F943D2EA9B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0F3E8C-F35C-60D3-8FD3-FFC93B7A7F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14292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Light)">
    <p:bg>
      <p:bgPr>
        <a:gradFill flip="none" rotWithShape="1"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B41A1F1-F831-58B7-3F70-8B4D18F954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595386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64E709-AB7F-8D26-F1AF-68D32226E1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tx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812158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C307E86-55FE-4273-A738-93458D7DE9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951119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Intense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6E44979-7EBD-E6AB-8DA8-23FFBD0673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8710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194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5D58449-FB77-076B-14D0-9B7FD32F81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61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80384C08-D104-9EF4-8CDA-B5864743E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solidFill>
            <a:srgbClr val="E6EBF5">
              <a:alpha val="70000"/>
            </a:srgbClr>
          </a:soli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600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79BBD15-3527-FC42-AC3B-D846208577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322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B2EB901-F852-EBD2-E9EA-5E32E4AFF3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579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de fixed footer">
            <a:extLst>
              <a:ext uri="{FF2B5EF4-FFF2-40B4-BE49-F238E27FC236}">
                <a16:creationId xmlns:a16="http://schemas.microsoft.com/office/drawing/2014/main" id="{91C89C5B-6563-51CD-6D57-32ACF95D0B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solidFill>
            <a:srgbClr val="E6EBF5">
              <a:alpha val="70000"/>
            </a:srgbClr>
          </a:soli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944B0F0-F0D5-2C5F-7EDD-0CE3EF03A1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406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A98402-B0BD-C6C2-FE54-2F2899BE22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29983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Inten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0F98D78-4E25-3547-6C24-51BDDD183F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2377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– Numbered, 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D4F86B9-D2A7-7FBC-6D91-38E2985A6E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78298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817432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Sidebar">
            <a:extLst>
              <a:ext uri="{FF2B5EF4-FFF2-40B4-BE49-F238E27FC236}">
                <a16:creationId xmlns:a16="http://schemas.microsoft.com/office/drawing/2014/main" id="{0FEB8418-763A-62C2-B508-41FB3F6D5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1925" y="449264"/>
            <a:ext cx="2509837" cy="5510212"/>
          </a:xfrm>
          <a:prstGeom prst="roundRect">
            <a:avLst>
              <a:gd name="adj" fmla="val 2473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324000" tIns="486000" rIns="324000" bIns="486000" anchor="ctr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72215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t Subtitle – 1/2 Gradient (Dark)">
    <p:bg>
      <p:bgPr>
        <a:gradFill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275388" cy="68580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504089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5897D4B-4A0A-46C1-7F5D-17A0CB146C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2450" y="449263"/>
            <a:ext cx="4659313" cy="171841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2EEA791-C611-0DB1-A116-513C64C831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1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53F927-B967-30E7-7132-7CC9B7270C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0873572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DF4DAA-CDFF-0783-528E-124F1138E9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9315127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525F31A-BC62-2586-201E-A8EB35FCFA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HCLTech Logo">
            <a:extLst>
              <a:ext uri="{FF2B5EF4-FFF2-40B4-BE49-F238E27FC236}">
                <a16:creationId xmlns:a16="http://schemas.microsoft.com/office/drawing/2014/main" id="{D9EEFA21-9416-9930-6CEA-B8D7967C9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847494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FA8220-8D13-C5F2-0050-5346F84C2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4" name="Second level heading">
            <a:extLst>
              <a:ext uri="{FF2B5EF4-FFF2-40B4-BE49-F238E27FC236}">
                <a16:creationId xmlns:a16="http://schemas.microsoft.com/office/drawing/2014/main" id="{5A69D30A-83BB-AE5D-9A23-D47381752B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611EE7-4017-8920-B507-53F6BCCBF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478932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56BD88E-F697-2C7A-016F-8D384DDDF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Second level heading">
            <a:extLst>
              <a:ext uri="{FF2B5EF4-FFF2-40B4-BE49-F238E27FC236}">
                <a16:creationId xmlns:a16="http://schemas.microsoft.com/office/drawing/2014/main" id="{30F81A93-D446-AE66-631F-D2846490D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877F586-F18A-B879-0C51-ACB723934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DBF6B2F1-7634-1AE2-503E-75B8108453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13935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(Intense)">
            <a:extLst>
              <a:ext uri="{FF2B5EF4-FFF2-40B4-BE49-F238E27FC236}">
                <a16:creationId xmlns:a16="http://schemas.microsoft.com/office/drawing/2014/main" id="{4489421E-12D0-C705-1D63-2FC60FE2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7D7D7194-22D2-D315-D598-E3693CA1CC63}"/>
              </a:ext>
            </a:extLst>
          </p:cNvPr>
          <p:cNvSpPr txBox="1"/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4D57F02-0CA7-6C32-D586-7B8CB822B9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econd level heading">
            <a:extLst>
              <a:ext uri="{FF2B5EF4-FFF2-40B4-BE49-F238E27FC236}">
                <a16:creationId xmlns:a16="http://schemas.microsoft.com/office/drawing/2014/main" id="{114772CD-99EC-F421-6F8C-D697E102D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A83F534C-A78E-DC0C-7DC2-414DE0274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3673127C-F8C7-589A-502D-4027E01C7D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31102" y="180700"/>
            <a:ext cx="4481498" cy="6080400"/>
          </a:xfrm>
          <a:prstGeom prst="roundRect">
            <a:avLst>
              <a:gd name="adj" fmla="val 114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494844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556C5-0DDA-42AF-162A-7739EA0BDC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4" y="180000"/>
            <a:ext cx="5265126" cy="6080400"/>
          </a:xfrm>
          <a:prstGeom prst="roundRect">
            <a:avLst>
              <a:gd name="adj" fmla="val 108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7962" y="180000"/>
            <a:ext cx="6725237" cy="6081100"/>
          </a:xfrm>
          <a:prstGeom prst="roundRect">
            <a:avLst>
              <a:gd name="adj" fmla="val 931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58000" tIns="1735200" rIns="666000" bIns="676800">
            <a:noAutofit/>
          </a:bodyPr>
          <a:lstStyle>
            <a:lvl1pPr>
              <a:lnSpc>
                <a:spcPct val="80000"/>
              </a:lnSpc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0932" y="3549600"/>
            <a:ext cx="5402544" cy="914605"/>
          </a:xfrm>
        </p:spPr>
        <p:txBody>
          <a:bodyPr wrap="square" tIns="540000">
            <a:spAutoFit/>
          </a:bodyPr>
          <a:lstStyle>
            <a:lvl1pPr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5630215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2 Im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CCA5826-8CD0-A1D1-FE72-5E3789BF14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1262" y="597600"/>
            <a:ext cx="6573137" cy="5662800"/>
          </a:xfrm>
          <a:prstGeom prst="roundRect">
            <a:avLst>
              <a:gd name="adj" fmla="val 1017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Second level heading">
            <a:extLst>
              <a:ext uri="{FF2B5EF4-FFF2-40B4-BE49-F238E27FC236}">
                <a16:creationId xmlns:a16="http://schemas.microsoft.com/office/drawing/2014/main" id="{A1648025-EC02-6E5C-59E7-38887DB4D5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8258A80F-2CC0-46DD-5B40-5BE3184A6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9F7C2706-9025-DE40-E5CE-141B2F320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3789701" cy="1283937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3593286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A63FDA6B-EFFA-808E-4D43-18D22930E1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0000" y="3283200"/>
            <a:ext cx="11833200" cy="37080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4522E4-DB94-7522-0711-B076A060F2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67180"/>
            <a:ext cx="5051025" cy="1726627"/>
          </a:xfrm>
        </p:spPr>
        <p:txBody>
          <a:bodyPr/>
          <a:lstStyle>
            <a:lvl1pPr>
              <a:defRPr sz="44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9" y="896192"/>
            <a:ext cx="5019674" cy="1548268"/>
          </a:xfrm>
        </p:spPr>
        <p:txBody>
          <a:bodyPr wrap="square" tIns="0">
            <a:no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0720210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Title, Subtitl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F596886-3570-36FB-F687-03B773C44E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11" name="Second level heading">
            <a:extLst>
              <a:ext uri="{FF2B5EF4-FFF2-40B4-BE49-F238E27FC236}">
                <a16:creationId xmlns:a16="http://schemas.microsoft.com/office/drawing/2014/main" id="{4ABD8F3F-42FD-6C59-7AF2-300FEFB368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4838" y="1342800"/>
            <a:ext cx="6540500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8A876DB-45EB-6499-6240-AAFFCFDF9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6992" y="1918800"/>
            <a:ext cx="8469058" cy="1184876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7540E803-F5B2-F968-E9E7-9F50EF7510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8983" y="3535200"/>
            <a:ext cx="7553305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940754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Numbered, Intro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B70E3692-6897-6431-632F-688153E60E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228601" y="2066988"/>
            <a:ext cx="5249863" cy="5067738"/>
          </a:xfrm>
          <a:prstGeom prst="roundRect">
            <a:avLst>
              <a:gd name="adj" fmla="val 117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166C80D-AB24-C08E-0E10-32E0FB5DC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FA3131-5198-AAFB-33F5-639BAB8DCE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B88B378A-2437-83E4-1ECD-E9C8B6753577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671263" y="625671"/>
            <a:ext cx="1350000" cy="1350000"/>
          </a:xfrm>
          <a:prstGeom prst="roundRect">
            <a:avLst>
              <a:gd name="adj" fmla="val 4200"/>
            </a:avLst>
          </a:prstGeom>
          <a:solidFill>
            <a:schemeClr val="accent3"/>
          </a:solidFill>
        </p:spPr>
        <p:txBody>
          <a:bodyPr anchor="ctr"/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1C013F-5B67-A452-AC46-26583D14C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2098" y="2331321"/>
            <a:ext cx="5420107" cy="125572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7BF6D28-D8E6-7329-751E-38832AA523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98925" y="3429000"/>
            <a:ext cx="5394550" cy="2530475"/>
          </a:xfrm>
        </p:spPr>
        <p:txBody>
          <a:bodyPr tIns="46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32502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Image top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7518D3B-536B-6FAE-F410-FA15B442AA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2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719878"/>
            <a:ext cx="10933113" cy="2541221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540000" rIns="453600" bIns="540000" numCol="2" spcCol="360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0301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One key point – Two images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ECB044-3DCF-4DB3-2452-3F70E68D513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024660-8A12-3990-098B-5699B6BC2D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75387" y="449262"/>
            <a:ext cx="3136901" cy="2908233"/>
          </a:xfrm>
          <a:prstGeom prst="roundRect">
            <a:avLst>
              <a:gd name="adj" fmla="val 200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3135114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AEDD206-546B-3BD1-2F7F-3F78AD999C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2895"/>
            <a:ext cx="72900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2797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5D26609-E2B2-04B5-150D-BDADA54808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286263"/>
            <a:ext cx="3452503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F89CCBA-8F79-81E3-144D-DC51F3F4E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69" y="3286263"/>
            <a:ext cx="3452400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3657910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28BD2ED7-68C5-9E63-FE9D-CD698D14399A}"/>
              </a:ext>
            </a:extLst>
          </p:cNvPr>
          <p:cNvSpPr txBox="1"/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658506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06C939E-0D7A-5773-E2A8-CB075DDF4A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5323447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5452" y="446036"/>
            <a:ext cx="5306311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5AD3D23-E9B8-CBC9-204E-B9EA9F08EA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2539475"/>
            <a:ext cx="5377126" cy="3420000"/>
          </a:xfrm>
          <a:prstGeom prst="roundRect">
            <a:avLst>
              <a:gd name="adj" fmla="val 173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64000" tIns="288000" rIns="36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F5F77A4-5EFA-DD64-1BCD-ACC04B532D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881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261482-22C2-A5CA-9A5C-D14BBEB8EF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656" y="2539475"/>
            <a:ext cx="5378400" cy="3420000"/>
          </a:xfrm>
          <a:prstGeom prst="roundRect">
            <a:avLst>
              <a:gd name="adj" fmla="val 1739"/>
            </a:avLst>
          </a:prstGeom>
          <a:solidFill>
            <a:srgbClr val="E6EBF5">
              <a:alpha val="70000"/>
            </a:srgbClr>
          </a:solidFill>
        </p:spPr>
        <p:txBody>
          <a:bodyPr lIns="864000" tIns="288000" rIns="360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E1B85584-A18E-EA6C-369B-32FCBB78C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2887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688425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 side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4F1EBBF-F2AE-1A55-176D-C235CF24F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79D8B6-5C12-93D6-07DF-DD3981F0B1D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7201792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19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475" y="3355200"/>
            <a:ext cx="3408363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2612" y="3355200"/>
            <a:ext cx="3409200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idebar 1">
            <a:extLst>
              <a:ext uri="{FF2B5EF4-FFF2-40B4-BE49-F238E27FC236}">
                <a16:creationId xmlns:a16="http://schemas.microsoft.com/office/drawing/2014/main" id="{0EB14533-F55E-8DE4-AD69-5186DD0521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4" y="1708150"/>
            <a:ext cx="3136899" cy="2035663"/>
          </a:xfrm>
          <a:prstGeom prst="roundRect">
            <a:avLst>
              <a:gd name="adj" fmla="val 290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1">
            <a:extLst>
              <a:ext uri="{FF2B5EF4-FFF2-40B4-BE49-F238E27FC236}">
                <a16:creationId xmlns:a16="http://schemas.microsoft.com/office/drawing/2014/main" id="{BE8B96F9-A930-EFC9-A1A4-EF2F2FD893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67886" y="2130549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Sidebar 2">
            <a:extLst>
              <a:ext uri="{FF2B5EF4-FFF2-40B4-BE49-F238E27FC236}">
                <a16:creationId xmlns:a16="http://schemas.microsoft.com/office/drawing/2014/main" id="{B15C4A90-D288-4115-3637-7F610EE20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24864" y="3921875"/>
            <a:ext cx="3136899" cy="2037600"/>
          </a:xfrm>
          <a:prstGeom prst="roundRect">
            <a:avLst>
              <a:gd name="adj" fmla="val 2906"/>
            </a:avLst>
          </a:prstGeom>
          <a:solidFill>
            <a:srgbClr val="E6EBF5"/>
          </a:soli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accent3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2">
            <a:extLst>
              <a:ext uri="{FF2B5EF4-FFF2-40B4-BE49-F238E27FC236}">
                <a16:creationId xmlns:a16="http://schemas.microsoft.com/office/drawing/2014/main" id="{67055E2E-974E-FDE1-005C-F3F38F2B35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7886" y="4343477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4272616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C51C70A-3983-65A7-9A4D-47A729E6DF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3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3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01503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(centere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Intense)">
            <a:extLst>
              <a:ext uri="{FF2B5EF4-FFF2-40B4-BE49-F238E27FC236}">
                <a16:creationId xmlns:a16="http://schemas.microsoft.com/office/drawing/2014/main" id="{C462AD7A-E5D1-42B7-286A-A7C98DC7FA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7801" y="180000"/>
            <a:ext cx="4034200" cy="6081100"/>
          </a:xfrm>
          <a:prstGeom prst="roundRect">
            <a:avLst>
              <a:gd name="adj" fmla="val 150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195ECB2-3648-3199-C040-0E09A7BD3F1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1479600"/>
            <a:ext cx="4160863" cy="20928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four 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3430800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0" y="180700"/>
            <a:ext cx="2322489" cy="6080400"/>
          </a:xfrm>
          <a:prstGeom prst="roundRect">
            <a:avLst>
              <a:gd name="adj" fmla="val 23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3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599" y="84056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6131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599" y="272968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450311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599" y="461880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4113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Boxes,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E7C0D3-B676-4735-B63D-4AF28276E1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3960000"/>
          </a:xfrm>
          <a:solidFill>
            <a:schemeClr val="bg1"/>
          </a:solidFill>
        </p:spPr>
        <p:txBody>
          <a:bodyPr lIns="860400" tIns="874800" rIns="403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</a:t>
            </a:r>
            <a:br>
              <a:rPr lang="en-US"/>
            </a:br>
            <a:r>
              <a:rPr lang="en-US"/>
              <a:t>maximum three lines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4000"/>
            <a:ext cx="728177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58FF86DF-C6F0-87E8-CFC2-46ACE009B7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936" y="4483099"/>
            <a:ext cx="2300400" cy="1476375"/>
          </a:xfrm>
          <a:prstGeom prst="roundRect">
            <a:avLst>
              <a:gd name="adj" fmla="val 4151"/>
            </a:avLst>
          </a:prstGeom>
          <a:solidFill>
            <a:schemeClr val="tx2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Key point 2">
            <a:extLst>
              <a:ext uri="{FF2B5EF4-FFF2-40B4-BE49-F238E27FC236}">
                <a16:creationId xmlns:a16="http://schemas.microsoft.com/office/drawing/2014/main" id="{865E130E-F065-35F3-925A-005C8E9639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6555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3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Key point 3">
            <a:extLst>
              <a:ext uri="{FF2B5EF4-FFF2-40B4-BE49-F238E27FC236}">
                <a16:creationId xmlns:a16="http://schemas.microsoft.com/office/drawing/2014/main" id="{FAC17A63-55B4-67FB-B98A-97528010EB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6174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4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FDBAE8F-4DEB-2283-F42F-80376F546B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449262"/>
            <a:ext cx="3587192" cy="5510213"/>
          </a:xfrm>
          <a:prstGeom prst="roundRect">
            <a:avLst>
              <a:gd name="adj" fmla="val 171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959198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398B5E7-3CEA-BCB4-7185-6601D442C6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69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9116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52563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6468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595042-BB16-4057-3B23-20DC2E0D680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40644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3202" y="2390400"/>
            <a:ext cx="40644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88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602" y="2390400"/>
            <a:ext cx="40644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232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06897183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0EB2D21-E4C7-7A3D-60F2-131E63294B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980855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DA04A2-C1E3-397C-2844-8B848D60B0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752266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6EF6423-4453-7395-BEDF-1F3C7DB2F4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9" y="2915999"/>
            <a:ext cx="3520575" cy="3043475"/>
          </a:xfrm>
          <a:prstGeom prst="roundRect">
            <a:avLst>
              <a:gd name="adj" fmla="val 177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3887" y="2915999"/>
            <a:ext cx="3520800" cy="3043475"/>
          </a:xfrm>
          <a:prstGeom prst="roundRect">
            <a:avLst>
              <a:gd name="adj" fmla="val 175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000" y="2915999"/>
            <a:ext cx="3520800" cy="3043475"/>
          </a:xfrm>
          <a:prstGeom prst="roundRect">
            <a:avLst>
              <a:gd name="adj" fmla="val 1850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591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A0AB58-8A57-21FA-2812-30F47511C4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3520800" cy="3569075"/>
          </a:xfrm>
          <a:prstGeom prst="roundRect">
            <a:avLst>
              <a:gd name="adj" fmla="val 1678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4399" y="2390399"/>
            <a:ext cx="3520800" cy="3569075"/>
          </a:xfrm>
          <a:prstGeom prst="roundRect">
            <a:avLst>
              <a:gd name="adj" fmla="val 1707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800" y="2390399"/>
            <a:ext cx="3520800" cy="3569075"/>
          </a:xfrm>
          <a:prstGeom prst="roundRect">
            <a:avLst>
              <a:gd name="adj" fmla="val 1547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419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CCA79BC-9EDF-C3DE-0834-F26D0BE0F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3520800" cy="1620000"/>
          </a:xfrm>
          <a:prstGeom prst="roundRect">
            <a:avLst>
              <a:gd name="adj" fmla="val 3849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4400" y="2390400"/>
            <a:ext cx="3520800" cy="1620000"/>
          </a:xfrm>
          <a:prstGeom prst="roundRect">
            <a:avLst>
              <a:gd name="adj" fmla="val 3733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44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8800" y="2390400"/>
            <a:ext cx="3520800" cy="1620000"/>
          </a:xfrm>
          <a:prstGeom prst="roundRect">
            <a:avLst>
              <a:gd name="adj" fmla="val 3731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88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39759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2179B20-D083-17B1-4246-AE61CC251C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396000" rIns="453600" bIns="396000" numCol="4" spcCol="468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4719410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8A4EFD-DA17-1A3C-A9E0-9143FCE5261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4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37739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List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18A7DFA7-8DF4-59DD-D2E5-1FD3EDD7DBA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7349513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024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4129199"/>
            <a:ext cx="6017026" cy="14127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Key point 1">
            <a:extLst>
              <a:ext uri="{FF2B5EF4-FFF2-40B4-BE49-F238E27FC236}">
                <a16:creationId xmlns:a16="http://schemas.microsoft.com/office/drawing/2014/main" id="{4AF325BB-6A06-8B6C-41D3-725631E830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1235" y="842789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Key point 2">
            <a:extLst>
              <a:ext uri="{FF2B5EF4-FFF2-40B4-BE49-F238E27FC236}">
                <a16:creationId xmlns:a16="http://schemas.microsoft.com/office/drawing/2014/main" id="{FE4E867D-D095-D132-51B4-28CB4B60C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1235" y="2211801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Key point 3">
            <a:extLst>
              <a:ext uri="{FF2B5EF4-FFF2-40B4-BE49-F238E27FC236}">
                <a16:creationId xmlns:a16="http://schemas.microsoft.com/office/drawing/2014/main" id="{48BF3A9F-762A-D46C-1AA4-05834E1554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41235" y="3580813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Key point 4">
            <a:extLst>
              <a:ext uri="{FF2B5EF4-FFF2-40B4-BE49-F238E27FC236}">
                <a16:creationId xmlns:a16="http://schemas.microsoft.com/office/drawing/2014/main" id="{8D004097-2768-0406-1360-FA04741006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1235" y="4949825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412865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Four key points – Numbered, Image (centered)">
    <p:bg>
      <p:bgPr>
        <a:gradFill flip="none" rotWithShape="1"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19887A3D-4739-87AC-9336-4B7EC003B1BD}"/>
              </a:ext>
            </a:extLst>
          </p:cNvPr>
          <p:cNvSpPr txBox="1"/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tx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BC0D3CF-344E-A83E-BFD3-18D50AD97D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EBAA9296-1064-E894-A029-9C71089F1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52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4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14891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2266855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357778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695943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2800" y="500767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5125032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727034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4C65F2-755F-5EFE-423B-EE53E9F1368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2448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31E415C-DD01-7ACB-5199-12D356B3E69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9534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3397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97260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8457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0C540A-804C-64A8-67FD-DEC29645BF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30492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7600" y="2390400"/>
            <a:ext cx="30492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432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00" y="2390400"/>
            <a:ext cx="30492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08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944E90D-2D43-5A85-13A4-2696B7965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2800" y="2390400"/>
            <a:ext cx="3049200" cy="3870700"/>
          </a:xfrm>
          <a:solidFill>
            <a:schemeClr val="accent6"/>
          </a:solidFill>
        </p:spPr>
        <p:txBody>
          <a:bodyPr lIns="612000" tIns="432000" rIns="540000" bIns="46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F3839239-21A8-2B93-7AC7-2FD367B4D3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84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907002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953F643-130F-B2FF-BB37-63F1197A829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284367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FC4B7A-ECB5-CAA1-D75B-4A8C7BD155B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26122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2A8142-5970-1E56-3B2E-AFB6F18150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916000"/>
            <a:ext cx="2599200" cy="3042000"/>
          </a:xfrm>
          <a:prstGeom prst="roundRect">
            <a:avLst>
              <a:gd name="adj" fmla="val 236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916000"/>
            <a:ext cx="2599200" cy="3042000"/>
          </a:xfrm>
          <a:prstGeom prst="roundRect">
            <a:avLst>
              <a:gd name="adj" fmla="val 234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916000"/>
            <a:ext cx="2599200" cy="3042000"/>
          </a:xfrm>
          <a:prstGeom prst="roundRect">
            <a:avLst>
              <a:gd name="adj" fmla="val 2143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2916000"/>
            <a:ext cx="2599200" cy="3042000"/>
          </a:xfrm>
          <a:prstGeom prst="roundRect">
            <a:avLst>
              <a:gd name="adj" fmla="val 2302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7579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9E9074E-C6D1-1509-7C6C-130C3423FE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E3F6FC60-8A9A-CD8D-54D5-DF1FC0AD8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8873"/>
            <a:ext cx="2599200" cy="2730602"/>
          </a:xfrm>
          <a:prstGeom prst="roundRect">
            <a:avLst>
              <a:gd name="adj" fmla="val 228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7F9F1C0C-2DC5-9324-2488-522864FD37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6476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3228873"/>
            <a:ext cx="2599200" cy="2730602"/>
          </a:xfrm>
          <a:prstGeom prst="roundRect">
            <a:avLst>
              <a:gd name="adj" fmla="val 226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41D1EA93-B86F-44E2-AED5-BA060A27BC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2954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3228873"/>
            <a:ext cx="2599200" cy="2730602"/>
          </a:xfrm>
          <a:prstGeom prst="roundRect">
            <a:avLst>
              <a:gd name="adj" fmla="val 2290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4">
            <a:extLst>
              <a:ext uri="{FF2B5EF4-FFF2-40B4-BE49-F238E27FC236}">
                <a16:creationId xmlns:a16="http://schemas.microsoft.com/office/drawing/2014/main" id="{589761E2-8F92-7D0C-5AD8-AEADD713F6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9431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3228873"/>
            <a:ext cx="2599200" cy="2730602"/>
          </a:xfrm>
          <a:prstGeom prst="roundRect">
            <a:avLst>
              <a:gd name="adj" fmla="val 2229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0976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D0DB67-EB9C-0FBC-7BD8-3500F16CC0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3580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93764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ive key points – Numbered, Image (centered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1974202C-4273-AB66-4FCC-4AB002979426}"/>
              </a:ext>
            </a:extLst>
          </p:cNvPr>
          <p:cNvSpPr txBox="1"/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tx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A909933-AFE2-6FCF-DC66-19716EE17D7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3830" y="72624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3830" y="1816711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193699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3830" y="291886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03622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3830" y="40180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413545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Number 5">
            <a:extLst>
              <a:ext uri="{FF2B5EF4-FFF2-40B4-BE49-F238E27FC236}">
                <a16:creationId xmlns:a16="http://schemas.microsoft.com/office/drawing/2014/main" id="{E3D6A0CE-41FA-05AB-A3F4-42B73AF503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3830" y="5117323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Key point 5">
            <a:extLst>
              <a:ext uri="{FF2B5EF4-FFF2-40B4-BE49-F238E27FC236}">
                <a16:creationId xmlns:a16="http://schemas.microsoft.com/office/drawing/2014/main" id="{080CCD7F-6F1B-C4CC-C090-1F408186A63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39673" y="5234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2530087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08CF4E9-8B51-95C6-3CE1-36DBD530DC7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1901629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850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60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21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33778E-7104-AE04-0B97-2FA566FD84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60701" y="3243841"/>
            <a:ext cx="1900800" cy="271551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1639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E2AECE2-FE14-9D39-06F2-DBA0D5B6D1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041200" cy="1620000"/>
          </a:xfrm>
          <a:prstGeom prst="roundRect">
            <a:avLst>
              <a:gd name="adj" fmla="val 3261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1974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1974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298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75298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98622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8622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Numbered Subhead 5">
            <a:extLst>
              <a:ext uri="{FF2B5EF4-FFF2-40B4-BE49-F238E27FC236}">
                <a16:creationId xmlns:a16="http://schemas.microsoft.com/office/drawing/2014/main" id="{39B5D340-87A0-62AB-57C3-357708CBCF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1947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rgbClr val="C8D2DD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 sz="2000" b="1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3BBE58E-9455-B869-C743-8DA21FAC28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1947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45341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ray Rectangle">
            <a:extLst>
              <a:ext uri="{FF2B5EF4-FFF2-40B4-BE49-F238E27FC236}">
                <a16:creationId xmlns:a16="http://schemas.microsoft.com/office/drawing/2014/main" id="{8F6BA10D-D7B5-FB4F-C58E-020D6E75C52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</a:pPr>
            <a:endParaRPr lang="en-US" sz="4800" kern="1200">
              <a:solidFill>
                <a:schemeClr val="tx1"/>
              </a:solidFill>
            </a:endParaRP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F5CE211-6B27-95E6-24AE-89AE0E197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B27AA74-5310-2099-2998-D7C1E7C603E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718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8249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87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718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249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0740061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C208C2F-BBE9-6A3D-5ED4-75B0CE24BE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Number 5">
            <a:extLst>
              <a:ext uri="{FF2B5EF4-FFF2-40B4-BE49-F238E27FC236}">
                <a16:creationId xmlns:a16="http://schemas.microsoft.com/office/drawing/2014/main" id="{8DBC9520-88FA-A49A-E485-4D9D5F71DE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0815" y="487288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EA1E8F3-8898-B5A9-B6A7-043AE9DDCB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7624" y="4989091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2" name="Number 6">
            <a:extLst>
              <a:ext uri="{FF2B5EF4-FFF2-40B4-BE49-F238E27FC236}">
                <a16:creationId xmlns:a16="http://schemas.microsoft.com/office/drawing/2014/main" id="{270FDCC0-52D6-1F9B-CAA9-FC2BD75C44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3066" y="481939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43D8745-BE9C-E418-2479-7421525FBE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9875" y="49356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0988681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points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2BE81-0318-104C-004D-4DAA64CDD0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190" y="872895"/>
            <a:ext cx="1043235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FD3A066-1CAD-3B1A-D49C-5710F36CFC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DC7F085-A967-CA4B-31E3-2AE13D8D34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4938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52624-98E6-5298-4CF3-E7019E0BC5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275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19423EC-37DE-61D1-79B8-0D795075CE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57E0E38-CFD5-B8EE-4793-5D3A6029A1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4938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98632BE-A743-24D2-70FE-20BB4D608F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275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9665989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98DDC90-94C8-E42D-5313-186720BABA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6" name="Number 1">
            <a:extLst>
              <a:ext uri="{FF2B5EF4-FFF2-40B4-BE49-F238E27FC236}">
                <a16:creationId xmlns:a16="http://schemas.microsoft.com/office/drawing/2014/main" id="{CAC5DA0E-E1FD-3906-434D-4E875AFAE6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494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280B3E18-C8AC-B78C-0C54-7F255788D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534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Number 2">
            <a:extLst>
              <a:ext uri="{FF2B5EF4-FFF2-40B4-BE49-F238E27FC236}">
                <a16:creationId xmlns:a16="http://schemas.microsoft.com/office/drawing/2014/main" id="{78676DF7-B7A2-9290-56ED-3D205F16A6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3153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50DCF2A-79FD-4C53-E350-6B112CBEE9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9790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A728E2D-0C7B-06D3-B612-19A3D76C8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7598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0C6848B-B192-628B-64EB-5395BA9A18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23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Number 4">
            <a:extLst>
              <a:ext uri="{FF2B5EF4-FFF2-40B4-BE49-F238E27FC236}">
                <a16:creationId xmlns:a16="http://schemas.microsoft.com/office/drawing/2014/main" id="{10D80541-9EC1-2BE8-42FC-81DF07290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8494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F30F2FCB-2BE4-ECC2-9FD9-EEE2AB8D8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5345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Number 5">
            <a:extLst>
              <a:ext uri="{FF2B5EF4-FFF2-40B4-BE49-F238E27FC236}">
                <a16:creationId xmlns:a16="http://schemas.microsoft.com/office/drawing/2014/main" id="{5BEA1D08-2A67-A2EF-93FE-812021FFE7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3153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3087BB18-8690-3FD9-A636-46098FF7D7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9790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6" name="Number 6">
            <a:extLst>
              <a:ext uri="{FF2B5EF4-FFF2-40B4-BE49-F238E27FC236}">
                <a16:creationId xmlns:a16="http://schemas.microsoft.com/office/drawing/2014/main" id="{1570A68C-153C-614B-C7CC-2909380F1A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87598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C8013F4-E06D-D649-4B5B-03D1FE4AD5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4236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8528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13E506D-B65B-C7C7-AEE3-014687967E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487201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3C713D-E2A6-3A9A-A95C-B1A0F0BE6FA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166FA1EC-49B9-3E68-4D06-E06BA5492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4883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Boxes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0F687-4AD7-B91A-6865-43B1A4FB8A2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872209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468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64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45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063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4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468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64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45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063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4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60363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18A965B-9CC5-88D0-C1FD-D1714D4DBB3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713" y="180000"/>
            <a:ext cx="8246150" cy="6081100"/>
          </a:xfrm>
          <a:prstGeom prst="roundRect">
            <a:avLst>
              <a:gd name="adj" fmla="val 90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730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8DD53035-7572-3C51-106F-0A6037911B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599" y="3445844"/>
            <a:ext cx="3281509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2C327BC-20B3-C2E7-825F-EAA01A6FE5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09" y="3445844"/>
            <a:ext cx="3283200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Sidebar">
            <a:extLst>
              <a:ext uri="{FF2B5EF4-FFF2-40B4-BE49-F238E27FC236}">
                <a16:creationId xmlns:a16="http://schemas.microsoft.com/office/drawing/2014/main" id="{32B24A2D-DE18-ED9C-2937-9C1B47C991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00" y="838800"/>
            <a:ext cx="2556000" cy="51149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695879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3EB2A135-4375-7CF4-1538-B246E7A200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tx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B4EC17E-C1E8-76CF-2AA5-1503CE4B580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593736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6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6476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76106CB-3058-9B69-0320-5B1B57A373E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247600" cy="6081100"/>
          </a:xfrm>
          <a:prstGeom prst="roundRect">
            <a:avLst>
              <a:gd name="adj" fmla="val 909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8DC018C5-FDD9-8909-463C-BFAC3EC4AA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92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1" name="Text Placeholder 1">
            <a:extLst>
              <a:ext uri="{FF2B5EF4-FFF2-40B4-BE49-F238E27FC236}">
                <a16:creationId xmlns:a16="http://schemas.microsoft.com/office/drawing/2014/main" id="{F4BB5C1C-C188-8483-3DD6-18E91AD4D8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4BC64A9-8AF2-2B3B-F203-CECE90724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048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0F31DB5-5378-1ED4-4580-B610F18A84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40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idebar">
            <a:extLst>
              <a:ext uri="{FF2B5EF4-FFF2-40B4-BE49-F238E27FC236}">
                <a16:creationId xmlns:a16="http://schemas.microsoft.com/office/drawing/2014/main" id="{B230C377-A7BA-18A0-1EEA-7A1A156A86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4863" y="179388"/>
            <a:ext cx="3407735" cy="6081712"/>
          </a:xfrm>
          <a:prstGeom prst="roundRect">
            <a:avLst>
              <a:gd name="adj" fmla="val 176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3363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Image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2D71196C-47A5-FA66-84D3-E231ADDE5A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tx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33E2135-AF91-6ECB-DE17-AD3DD1975EC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4" name="Number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24" y="2142268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8400" y="2253403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Number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124" y="3498623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3613725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124" y="4862911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8400" y="4974046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5856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Image">
    <p:bg>
      <p:bgPr>
        <a:gradFill>
          <a:gsLst>
            <a:gs pos="55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1105863F-9D9C-9C01-1946-5881C9D44575}"/>
              </a:ext>
            </a:extLst>
          </p:cNvPr>
          <p:cNvSpPr txBox="1"/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tx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9B3925-9894-7846-989D-40563E43737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12" name="HCLTech Logo">
            <a:extLst>
              <a:ext uri="{FF2B5EF4-FFF2-40B4-BE49-F238E27FC236}">
                <a16:creationId xmlns:a16="http://schemas.microsoft.com/office/drawing/2014/main" id="{F7385E84-3A33-7833-4A4C-44DF1760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4" name="Subhead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0606" y="2990021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8488" y="2999329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Subhead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606" y="4111434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8488" y="4120742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Subhead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606" y="5232847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8488" y="5242155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760936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Four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D300BA6-8056-9E15-A979-57BB714D091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19759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Six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42DF04-FE58-9C56-9842-7668218B79B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2109BAC1-5160-2FC4-469C-2F1DD2ECDE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4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150183B-64B2-FA91-C9BE-B4C16603F1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2375B2F9-6A71-9237-0E8B-4E56A9F23E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080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13E4CE76-418F-ED47-8DCA-CD31ED6A3E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70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279658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</a:pPr>
            <a:endParaRPr lang="en-US" sz="4800" kern="1200">
              <a:solidFill>
                <a:schemeClr val="tx1"/>
              </a:solidFill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F1F6AE5-4971-68F6-3B73-5489338379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0109157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91D3EF-BF7F-4E99-9FCB-E65AA7E307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0"/>
            <a:ext cx="7282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908773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66C3404-566D-8F6A-2F31-8771A09C8EE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8411988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84760A-B064-288A-0B63-3E1EE3098C45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98104714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1986FF-E39F-2B5E-A7E3-9A9DDA40F8B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659119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B94359-594D-92F7-7354-1E1D90AA2801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B4F11CC-BC25-A7C1-7815-3482203E1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81203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39FA50-7228-DEFC-17D2-A5D158BC276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529447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700874A-7475-432A-920B-03ECCC9F186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869CE66-8681-4792-A419-A9543BFEE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4838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7A8C7EF-3064-45AD-FDF1-ADE8BAF375B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5621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CB7351-56E7-EA6F-F81D-DE1BF6E1946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3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0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0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0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0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0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04261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DEAAAFF-0880-783D-83A3-F9B2930D7DF6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2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3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77935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BE3931-0817-A4AC-098D-5386105222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spcAft>
                <a:spcPts val="1200"/>
              </a:spcAft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463254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F574BC3-C864-FBFE-579E-01C15B1FD6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7" y="1413164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680327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4F38E75-D119-4146-AF79-D6E655A6AB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29" y="4435943"/>
            <a:ext cx="4444646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6" y="900113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600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6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514474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C901DF-D035-DFC0-449D-494A94EBEA3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/>
            </a:lvl2pPr>
            <a:lvl3pPr marL="0" indent="0">
              <a:buNone/>
              <a:defRPr sz="18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316543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42C3F3-6BF0-F0B2-5A4B-E843305A3FE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775161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4129200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400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1460665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5" y="3641345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2D46D5-7DB5-355F-BCAA-4CBC56C48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34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E4C01C5-EFFA-9AA4-F3D3-34F11AC3F74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8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800"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8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5800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1A1FCDB-BC27-3122-202B-1452E98C882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1552099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C8D134-F7FC-E2DC-C488-60D033F1FC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730409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1FB5C55-D016-0548-76D0-D84E8109C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3853838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13226" y="2368800"/>
            <a:ext cx="7799974" cy="3892300"/>
          </a:xfrm>
          <a:prstGeom prst="roundRect">
            <a:avLst>
              <a:gd name="adj" fmla="val 13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16529715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3), Intro,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B8F681-D53F-200B-7595-E6F0D95AF0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F21498C1-A2E9-7BA3-961D-81B381A2EF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9997" y="180000"/>
            <a:ext cx="4212615" cy="6080400"/>
          </a:xfrm>
          <a:prstGeom prst="roundRect">
            <a:avLst>
              <a:gd name="adj" fmla="val 135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3" name="Second level heading">
            <a:extLst>
              <a:ext uri="{FF2B5EF4-FFF2-40B4-BE49-F238E27FC236}">
                <a16:creationId xmlns:a16="http://schemas.microsoft.com/office/drawing/2014/main" id="{DB45CEE4-8AEB-B43A-4076-52A02CA09D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7899" y="860743"/>
            <a:ext cx="40586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9153" y="1476128"/>
            <a:ext cx="4060731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457" y="3615875"/>
            <a:ext cx="4045427" cy="23400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B804B77C-885E-75B6-2B85-9878149869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78988" y="0"/>
            <a:ext cx="2512800" cy="2088000"/>
          </a:xfrm>
          <a:solidFill>
            <a:schemeClr val="accent3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Data 2">
            <a:extLst>
              <a:ext uri="{FF2B5EF4-FFF2-40B4-BE49-F238E27FC236}">
                <a16:creationId xmlns:a16="http://schemas.microsoft.com/office/drawing/2014/main" id="{8EEDD086-6777-C122-9240-280797330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78988" y="2086200"/>
            <a:ext cx="2512800" cy="2088000"/>
          </a:xfrm>
          <a:solidFill>
            <a:schemeClr val="accent4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Data 3">
            <a:extLst>
              <a:ext uri="{FF2B5EF4-FFF2-40B4-BE49-F238E27FC236}">
                <a16:creationId xmlns:a16="http://schemas.microsoft.com/office/drawing/2014/main" id="{373F5159-639F-DB42-C571-2E54CB6FAA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78988" y="4172400"/>
            <a:ext cx="2512800" cy="2088000"/>
          </a:xfrm>
          <a:custGeom>
            <a:avLst/>
            <a:gdLst>
              <a:gd name="connsiteX0" fmla="*/ 0 w 2512800"/>
              <a:gd name="connsiteY0" fmla="*/ 0 h 2088000"/>
              <a:gd name="connsiteX1" fmla="*/ 58443 w 2512800"/>
              <a:gd name="connsiteY1" fmla="*/ 0 h 2088000"/>
              <a:gd name="connsiteX2" fmla="*/ 2454357 w 2512800"/>
              <a:gd name="connsiteY2" fmla="*/ 0 h 2088000"/>
              <a:gd name="connsiteX3" fmla="*/ 2512800 w 2512800"/>
              <a:gd name="connsiteY3" fmla="*/ 0 h 2088000"/>
              <a:gd name="connsiteX4" fmla="*/ 2512800 w 2512800"/>
              <a:gd name="connsiteY4" fmla="*/ 58443 h 2088000"/>
              <a:gd name="connsiteX5" fmla="*/ 2512800 w 2512800"/>
              <a:gd name="connsiteY5" fmla="*/ 601980 h 2088000"/>
              <a:gd name="connsiteX6" fmla="*/ 2512800 w 2512800"/>
              <a:gd name="connsiteY6" fmla="*/ 2029557 h 2088000"/>
              <a:gd name="connsiteX7" fmla="*/ 2454357 w 2512800"/>
              <a:gd name="connsiteY7" fmla="*/ 2088000 h 2088000"/>
              <a:gd name="connsiteX8" fmla="*/ 58443 w 2512800"/>
              <a:gd name="connsiteY8" fmla="*/ 2088000 h 2088000"/>
              <a:gd name="connsiteX9" fmla="*/ 0 w 2512800"/>
              <a:gd name="connsiteY9" fmla="*/ 2029557 h 2088000"/>
              <a:gd name="connsiteX10" fmla="*/ 0 w 2512800"/>
              <a:gd name="connsiteY10" fmla="*/ 601980 h 2088000"/>
              <a:gd name="connsiteX11" fmla="*/ 0 w 2512800"/>
              <a:gd name="connsiteY11" fmla="*/ 58443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12800" h="2088000">
                <a:moveTo>
                  <a:pt x="0" y="0"/>
                </a:moveTo>
                <a:lnTo>
                  <a:pt x="58443" y="0"/>
                </a:lnTo>
                <a:lnTo>
                  <a:pt x="2454357" y="0"/>
                </a:lnTo>
                <a:lnTo>
                  <a:pt x="2512800" y="0"/>
                </a:lnTo>
                <a:lnTo>
                  <a:pt x="2512800" y="58443"/>
                </a:lnTo>
                <a:lnTo>
                  <a:pt x="2512800" y="601980"/>
                </a:lnTo>
                <a:lnTo>
                  <a:pt x="2512800" y="2029557"/>
                </a:lnTo>
                <a:cubicBezTo>
                  <a:pt x="2512800" y="2061834"/>
                  <a:pt x="2486634" y="2088000"/>
                  <a:pt x="2454357" y="2088000"/>
                </a:cubicBezTo>
                <a:lnTo>
                  <a:pt x="58443" y="2088000"/>
                </a:lnTo>
                <a:cubicBezTo>
                  <a:pt x="26166" y="2088000"/>
                  <a:pt x="0" y="2061834"/>
                  <a:pt x="0" y="2029557"/>
                </a:cubicBezTo>
                <a:lnTo>
                  <a:pt x="0" y="601980"/>
                </a:lnTo>
                <a:lnTo>
                  <a:pt x="0" y="5844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88000" tIns="468000" rIns="468000" bIns="468000">
            <a:noAutofit/>
          </a:bodyPr>
          <a:lstStyle>
            <a:lvl1pPr>
              <a:lnSpc>
                <a:spcPct val="80000"/>
              </a:lnSpc>
              <a:defRPr sz="4400" b="0">
                <a:latin typeface="+mn-lt"/>
              </a:defRPr>
            </a:lvl1pPr>
            <a:lvl2pPr>
              <a:spcAft>
                <a:spcPts val="600"/>
              </a:spcAft>
              <a:defRPr sz="1400"/>
            </a:lvl2pPr>
            <a:lvl3pPr>
              <a:spcAft>
                <a:spcPts val="600"/>
              </a:spcAft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459059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29F4292-DCEB-EA82-C9EF-6131E1DD73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450000" rIns="453600" bIns="396000" numCol="4" spcCol="468000"/>
          <a:lstStyle>
            <a:lvl1pPr>
              <a:lnSpc>
                <a:spcPct val="80000"/>
              </a:lnSpc>
              <a:spcBef>
                <a:spcPts val="0"/>
              </a:spcBef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defRPr sz="1600"/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894236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7129A8C-749D-E022-1FF3-80062E8520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6588000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486000" bIns="540000" numCol="2" spcCol="396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000" y="2368800"/>
            <a:ext cx="5065199" cy="3892300"/>
          </a:xfrm>
          <a:prstGeom prst="roundRect">
            <a:avLst>
              <a:gd name="adj" fmla="val 146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70414134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6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E09E47-9436-93BD-1E24-017B8870B2F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9122400" cy="3892300"/>
          </a:xfrm>
          <a:prstGeom prst="roundRect">
            <a:avLst>
              <a:gd name="adj" fmla="val 1492"/>
            </a:avLst>
          </a:prstGeom>
          <a:solidFill>
            <a:srgbClr val="E6EBF5">
              <a:alpha val="70000"/>
            </a:srgbClr>
          </a:solidFill>
        </p:spPr>
        <p:txBody>
          <a:bodyPr lIns="684000" tIns="540000" rIns="630000" bIns="540000" numCol="3" spcCol="792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81800" y="2368800"/>
            <a:ext cx="2530800" cy="3892300"/>
          </a:xfrm>
          <a:prstGeom prst="roundRect">
            <a:avLst>
              <a:gd name="adj" fmla="val 22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52246773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3), Heavy content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692E2D-47CA-CE66-A65F-4844CA507A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5" y="421200"/>
            <a:ext cx="3799447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856427"/>
            <a:ext cx="378518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 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EF72C06-9302-A7DA-4082-4E9D91AC4B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7615" y="492211"/>
            <a:ext cx="6554148" cy="2747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D4DB6C16-FDAA-0E23-5B8C-503EB5620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1263" y="3547475"/>
            <a:ext cx="2059200" cy="2412000"/>
          </a:xfrm>
          <a:prstGeom prst="roundRect">
            <a:avLst>
              <a:gd name="adj" fmla="val 2790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Data 2">
            <a:extLst>
              <a:ext uri="{FF2B5EF4-FFF2-40B4-BE49-F238E27FC236}">
                <a16:creationId xmlns:a16="http://schemas.microsoft.com/office/drawing/2014/main" id="{09CD3E03-6386-E9A0-5335-7F0628D8A9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2562" y="3547475"/>
            <a:ext cx="2059200" cy="2412000"/>
          </a:xfrm>
          <a:prstGeom prst="roundRect">
            <a:avLst>
              <a:gd name="adj" fmla="val 2605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Data 3">
            <a:extLst>
              <a:ext uri="{FF2B5EF4-FFF2-40B4-BE49-F238E27FC236}">
                <a16:creationId xmlns:a16="http://schemas.microsoft.com/office/drawing/2014/main" id="{9D82D5CB-9008-C729-0EF6-1DBDED0B6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862" y="3547475"/>
            <a:ext cx="2059200" cy="2412000"/>
          </a:xfrm>
          <a:prstGeom prst="roundRect">
            <a:avLst>
              <a:gd name="adj" fmla="val 2883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48407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4),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C08C4B7-3898-FB55-EB28-A49CDE0DCA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6301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2D4F8-5511-0ED5-9D8D-1A5893F0FD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C619A02B-FDD2-E25A-BBEC-5762C22A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88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0785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">
            <a:extLst>
              <a:ext uri="{FF2B5EF4-FFF2-40B4-BE49-F238E27FC236}">
                <a16:creationId xmlns:a16="http://schemas.microsoft.com/office/drawing/2014/main" id="{9984A846-FFE8-5A44-E25A-76E476386E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00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84869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2),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578AC5E-5B89-84BD-DDA8-64B949AA76F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49C1DB30-D867-CB0D-A559-CE3AC42C81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1"/>
            <a:ext cx="12193199" cy="4680955"/>
          </a:xfrm>
          <a:custGeom>
            <a:avLst/>
            <a:gdLst>
              <a:gd name="connsiteX0" fmla="*/ 0 w 12193199"/>
              <a:gd name="connsiteY0" fmla="*/ 0 h 4680955"/>
              <a:gd name="connsiteX1" fmla="*/ 12193199 w 12193199"/>
              <a:gd name="connsiteY1" fmla="*/ 0 h 4680955"/>
              <a:gd name="connsiteX2" fmla="*/ 12193199 w 12193199"/>
              <a:gd name="connsiteY2" fmla="*/ 1217287 h 4680955"/>
              <a:gd name="connsiteX3" fmla="*/ 12192000 w 12193199"/>
              <a:gd name="connsiteY3" fmla="*/ 1217287 h 4680955"/>
              <a:gd name="connsiteX4" fmla="*/ 12192000 w 12193199"/>
              <a:gd name="connsiteY4" fmla="*/ 4680955 h 4680955"/>
              <a:gd name="connsiteX5" fmla="*/ 11561764 w 12193199"/>
              <a:gd name="connsiteY5" fmla="*/ 4680955 h 4680955"/>
              <a:gd name="connsiteX6" fmla="*/ 11561764 w 12193199"/>
              <a:gd name="connsiteY6" fmla="*/ 3916590 h 4680955"/>
              <a:gd name="connsiteX7" fmla="*/ 11500059 w 12193199"/>
              <a:gd name="connsiteY7" fmla="*/ 3854885 h 4680955"/>
              <a:gd name="connsiteX8" fmla="*/ 690355 w 12193199"/>
              <a:gd name="connsiteY8" fmla="*/ 3854885 h 4680955"/>
              <a:gd name="connsiteX9" fmla="*/ 628650 w 12193199"/>
              <a:gd name="connsiteY9" fmla="*/ 3916590 h 4680955"/>
              <a:gd name="connsiteX10" fmla="*/ 628650 w 12193199"/>
              <a:gd name="connsiteY10" fmla="*/ 4680955 h 4680955"/>
              <a:gd name="connsiteX11" fmla="*/ 0 w 12193199"/>
              <a:gd name="connsiteY11" fmla="*/ 4680955 h 4680955"/>
              <a:gd name="connsiteX12" fmla="*/ 0 w 12193199"/>
              <a:gd name="connsiteY12" fmla="*/ 1217287 h 4680955"/>
              <a:gd name="connsiteX13" fmla="*/ 0 w 12193199"/>
              <a:gd name="connsiteY13" fmla="*/ 808586 h 468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3199" h="4680955">
                <a:moveTo>
                  <a:pt x="0" y="0"/>
                </a:moveTo>
                <a:lnTo>
                  <a:pt x="12193199" y="0"/>
                </a:lnTo>
                <a:lnTo>
                  <a:pt x="12193199" y="1217287"/>
                </a:lnTo>
                <a:lnTo>
                  <a:pt x="12192000" y="1217287"/>
                </a:lnTo>
                <a:lnTo>
                  <a:pt x="12192000" y="4680955"/>
                </a:lnTo>
                <a:lnTo>
                  <a:pt x="11561764" y="4680955"/>
                </a:lnTo>
                <a:lnTo>
                  <a:pt x="11561764" y="3916590"/>
                </a:lnTo>
                <a:cubicBezTo>
                  <a:pt x="11561764" y="3882511"/>
                  <a:pt x="11534138" y="3854885"/>
                  <a:pt x="11500059" y="3854885"/>
                </a:cubicBezTo>
                <a:lnTo>
                  <a:pt x="690355" y="3854885"/>
                </a:lnTo>
                <a:cubicBezTo>
                  <a:pt x="656276" y="3854885"/>
                  <a:pt x="628650" y="3882511"/>
                  <a:pt x="628650" y="3916590"/>
                </a:cubicBezTo>
                <a:lnTo>
                  <a:pt x="628650" y="4680955"/>
                </a:lnTo>
                <a:lnTo>
                  <a:pt x="0" y="4680955"/>
                </a:lnTo>
                <a:lnTo>
                  <a:pt x="0" y="1217287"/>
                </a:lnTo>
                <a:lnTo>
                  <a:pt x="0" y="8085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/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524" y="4205720"/>
            <a:ext cx="4672590" cy="16398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585437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A9BBDE09-C3FF-5CD8-ECFA-7F27716EE4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E62B148-447F-C786-888C-90A8A4A21CD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8871925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2700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40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5" y="4129199"/>
            <a:ext cx="5389964" cy="1412763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2FBE75B5-DCA5-762C-3F2B-249E7A2AEF6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02449" y="180000"/>
            <a:ext cx="2149475" cy="6080400"/>
          </a:xfrm>
          <a:prstGeom prst="roundRect">
            <a:avLst>
              <a:gd name="adj" fmla="val 2752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11657218-3342-A666-D0EE-4F08AF42B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1924" y="180000"/>
            <a:ext cx="2780075" cy="1904400"/>
          </a:xfrm>
          <a:prstGeom prst="roundRect">
            <a:avLst>
              <a:gd name="adj" fmla="val 29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Key point 2">
            <a:extLst>
              <a:ext uri="{FF2B5EF4-FFF2-40B4-BE49-F238E27FC236}">
                <a16:creationId xmlns:a16="http://schemas.microsoft.com/office/drawing/2014/main" id="{429D7C67-4B17-9B13-EDDE-BEE7AB6E25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1924" y="2268486"/>
            <a:ext cx="2780075" cy="1904400"/>
          </a:xfrm>
          <a:prstGeom prst="roundRect">
            <a:avLst>
              <a:gd name="adj" fmla="val 30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7" name="Key point 3">
            <a:extLst>
              <a:ext uri="{FF2B5EF4-FFF2-40B4-BE49-F238E27FC236}">
                <a16:creationId xmlns:a16="http://schemas.microsoft.com/office/drawing/2014/main" id="{EECC1F04-D7D6-613B-C7CE-42C420A721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1924" y="4356972"/>
            <a:ext cx="2780075" cy="1904400"/>
          </a:xfrm>
          <a:prstGeom prst="roundRect">
            <a:avLst>
              <a:gd name="adj" fmla="val 32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08816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A52B5CC-741E-2F2C-73FF-25A6A1B513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02448" y="900113"/>
            <a:ext cx="447931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3405600" cy="3034799"/>
          </a:xfrm>
          <a:prstGeom prst="roundRect">
            <a:avLst>
              <a:gd name="adj" fmla="val 1803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2468" y="3226299"/>
            <a:ext cx="3405600" cy="3034799"/>
          </a:xfrm>
          <a:prstGeom prst="roundRect">
            <a:avLst>
              <a:gd name="adj" fmla="val 195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76163" y="3226299"/>
            <a:ext cx="3405600" cy="3034799"/>
          </a:xfrm>
          <a:prstGeom prst="roundRect">
            <a:avLst>
              <a:gd name="adj" fmla="val 192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731436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+ 3 Da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F5AEFB7-A815-544B-339A-1A3FAB73479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200" cy="3960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860400" tIns="874800" rIns="502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8" y="2304000"/>
            <a:ext cx="629075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EE6730B-BF93-53BE-38E8-9BADB1FC38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108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  <a:lvl4pPr marL="180000" indent="0">
              <a:buNone/>
              <a:defRPr/>
            </a:lvl4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8FCE3B-A600-EF0D-54DC-047A6C8F45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32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B858114-3113-AF5C-E677-2F76D9C48F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1796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4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4A4E35D-E6D8-3570-74A3-F3B5865012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82B4FFE-3CF6-F68F-B09B-3AC0FD965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4842225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4491" y="900113"/>
            <a:ext cx="4897272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702" y="3226299"/>
            <a:ext cx="2509200" cy="3034799"/>
          </a:xfrm>
          <a:prstGeom prst="roundRect">
            <a:avLst>
              <a:gd name="adj" fmla="val 239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463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8E3FA5C-2E79-A45A-7AB0-1EF57F03A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72563" y="3226299"/>
            <a:ext cx="2509200" cy="3034799"/>
          </a:xfrm>
          <a:prstGeom prst="roundRect">
            <a:avLst>
              <a:gd name="adj" fmla="val 231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861699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4 key points, data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E9F12AF-A094-D78A-F506-960AF42D78C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11833200" cy="4050000"/>
          </a:xfrm>
          <a:prstGeom prst="roundRect">
            <a:avLst>
              <a:gd name="adj" fmla="val 147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C2B70183-02CD-9F8D-41F0-12399D64C7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210DD19-AD62-4A11-4AF7-57ADF49B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3921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FA67F0-E9CA-F773-6664-0582F332B8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4079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E80B338-3FED-FC95-111B-DA2415F6AA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4237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(4-col)">
            <a:extLst>
              <a:ext uri="{FF2B5EF4-FFF2-40B4-BE49-F238E27FC236}">
                <a16:creationId xmlns:a16="http://schemas.microsoft.com/office/drawing/2014/main" id="{9AE954CA-8CB0-2FD9-9014-E4EEF11FC1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4413950"/>
            <a:ext cx="11833200" cy="1847150"/>
          </a:xfrm>
          <a:prstGeom prst="roundRect">
            <a:avLst>
              <a:gd name="adj" fmla="val 3180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1404000" tIns="396000" rIns="702000" bIns="396000" numCol="4" spcCol="122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3545627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Icon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18794C1-063B-1786-283D-0106F562457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442726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853472"/>
            <a:ext cx="44128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99" y="3628800"/>
            <a:ext cx="4398463" cy="2330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head 1">
            <a:extLst>
              <a:ext uri="{FF2B5EF4-FFF2-40B4-BE49-F238E27FC236}">
                <a16:creationId xmlns:a16="http://schemas.microsoft.com/office/drawing/2014/main" id="{0D367EA2-0CC7-DEFD-0196-5E86E9CAE3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49674" y="449263"/>
            <a:ext cx="2595188" cy="1717200"/>
          </a:xfrm>
          <a:prstGeom prst="roundRect">
            <a:avLst>
              <a:gd name="adj" fmla="val 3355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/>
              <a:t>Insert subhead minimum 18 pt</a:t>
            </a:r>
          </a:p>
          <a:p>
            <a:pPr lvl="1"/>
            <a:endParaRPr lang="en-US"/>
          </a:p>
        </p:txBody>
      </p:sp>
      <p:sp>
        <p:nvSpPr>
          <p:cNvPr id="12" name="Description 1">
            <a:extLst>
              <a:ext uri="{FF2B5EF4-FFF2-40B4-BE49-F238E27FC236}">
                <a16:creationId xmlns:a16="http://schemas.microsoft.com/office/drawing/2014/main" id="{649533B0-4A61-736D-93FD-5589C4BEA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3" y="449263"/>
            <a:ext cx="3136601" cy="1717200"/>
          </a:xfrm>
          <a:prstGeom prst="roundRect">
            <a:avLst>
              <a:gd name="adj" fmla="val 3244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Subhead 2">
            <a:extLst>
              <a:ext uri="{FF2B5EF4-FFF2-40B4-BE49-F238E27FC236}">
                <a16:creationId xmlns:a16="http://schemas.microsoft.com/office/drawing/2014/main" id="{9A66E2B8-7804-EEEF-6FBC-F3CACAD1C7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9674" y="2346289"/>
            <a:ext cx="2595188" cy="1717200"/>
          </a:xfrm>
          <a:prstGeom prst="roundRect">
            <a:avLst>
              <a:gd name="adj" fmla="val 3466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/>
              <a:t>Insert subhead minimum 18 pt</a:t>
            </a:r>
          </a:p>
        </p:txBody>
      </p:sp>
      <p:sp>
        <p:nvSpPr>
          <p:cNvPr id="19" name="Description 2">
            <a:extLst>
              <a:ext uri="{FF2B5EF4-FFF2-40B4-BE49-F238E27FC236}">
                <a16:creationId xmlns:a16="http://schemas.microsoft.com/office/drawing/2014/main" id="{D4B3B3A5-D166-B877-44FF-025247BB40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863" y="2346289"/>
            <a:ext cx="3136601" cy="1717200"/>
          </a:xfrm>
          <a:prstGeom prst="roundRect">
            <a:avLst>
              <a:gd name="adj" fmla="val 3355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Subhead 3">
            <a:extLst>
              <a:ext uri="{FF2B5EF4-FFF2-40B4-BE49-F238E27FC236}">
                <a16:creationId xmlns:a16="http://schemas.microsoft.com/office/drawing/2014/main" id="{38CA0154-A268-30A3-812B-CE05BC2A42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9674" y="4242275"/>
            <a:ext cx="2595188" cy="1717200"/>
          </a:xfrm>
          <a:prstGeom prst="roundRect">
            <a:avLst>
              <a:gd name="adj" fmla="val 3466"/>
            </a:avLst>
          </a:prstGeom>
          <a:gradFill>
            <a:gsLst>
              <a:gs pos="100000">
                <a:srgbClr val="5346D4"/>
              </a:gs>
              <a:gs pos="10000">
                <a:schemeClr val="tx2"/>
              </a:gs>
            </a:gsLst>
            <a:lin ang="0" scaled="1"/>
          </a:gradFill>
        </p:spPr>
        <p:txBody>
          <a:bodyPr lIns="288000" tIns="864000" rIns="288000" bIns="28800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 minimum 18 pt</a:t>
            </a:r>
          </a:p>
        </p:txBody>
      </p:sp>
      <p:sp>
        <p:nvSpPr>
          <p:cNvPr id="27" name="Description 3">
            <a:extLst>
              <a:ext uri="{FF2B5EF4-FFF2-40B4-BE49-F238E27FC236}">
                <a16:creationId xmlns:a16="http://schemas.microsoft.com/office/drawing/2014/main" id="{6EE77B6E-ECC9-286F-634B-5D406ED141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4863" y="4242275"/>
            <a:ext cx="3136601" cy="1717200"/>
          </a:xfrm>
          <a:prstGeom prst="roundRect">
            <a:avLst>
              <a:gd name="adj" fmla="val 3478"/>
            </a:avLst>
          </a:prstGeom>
          <a:gradFill>
            <a:gsLst>
              <a:gs pos="699">
                <a:srgbClr val="5346D4"/>
              </a:gs>
              <a:gs pos="46000">
                <a:srgbClr val="4A63E5"/>
              </a:gs>
              <a:gs pos="100000">
                <a:schemeClr val="accent4"/>
              </a:gs>
            </a:gsLst>
            <a:lin ang="0" scaled="1"/>
          </a:gra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>
                <a:solidFill>
                  <a:schemeClr val="bg1"/>
                </a:solidFill>
              </a:defRPr>
            </a:lvl3pPr>
            <a:lvl4pPr marL="540000" indent="-180000"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0275237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74E56D4-E7CA-0B7E-D1CE-190AC53BA4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1" y="842797"/>
            <a:ext cx="5156835" cy="2354491"/>
          </a:xfrm>
        </p:spPr>
        <p:txBody>
          <a:bodyPr/>
          <a:lstStyle>
            <a:lvl1pPr>
              <a:defRPr sz="60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599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840576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800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HCLTech Roobert" panose="020B0504030202060203" pitchFamily="34" charset="0"/>
              <a:buNone/>
            </a:pPr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40FA25-29EE-29E6-7DA9-23CACAB37D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0521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19E08A8-31D5-82F8-288F-06CDB236E5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0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accent3"/>
                </a:solidFill>
              </a:defRPr>
            </a:lvl2pPr>
            <a:lvl3pPr marL="0" indent="0">
              <a:spcAft>
                <a:spcPts val="1400"/>
              </a:spcAft>
              <a:buFontTx/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6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69"/>
            <a:ext cx="7165976" cy="3417255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53243276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2380CC0-19EF-8D69-C022-3C764F9BBED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7203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09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8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09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8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09" y="4442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8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2952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CDD6E7-0406-F175-8724-C242CFE4F8E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5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796740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center) – Full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B306B1B6-1D38-7BF0-8163-B7CB03F0D5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0" y="0"/>
            <a:ext cx="4366515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7F0D644-0785-5BDD-27A3-3F788EEBF6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1" y="1471362"/>
            <a:ext cx="3800001" cy="1555683"/>
          </a:xfrm>
        </p:spPr>
        <p:txBody>
          <a:bodyPr wrap="squar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7273" y="2906763"/>
            <a:ext cx="378449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892098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21B299-CCBA-B351-9B09-270E479DAE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2" y="3884400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440854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D1113B-2306-73D6-7C43-4A38F3A20D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10664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B46B76-3D2F-5937-DD39-8EDFF8BD2B0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3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3407967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3176731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33075C5-61B6-FBA6-A6A2-14223ACF999A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8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70825180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CA8D649-AB4D-C49F-A024-807CE0A63813}"/>
              </a:ext>
            </a:extLst>
          </p:cNvPr>
          <p:cNvSpPr>
            <a:spLocks noGrp="1"/>
          </p:cNvSpPr>
          <p:nvPr>
            <p:ph type="ftr" sz="quarter" idx="7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0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0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0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0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49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49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49" y="4556053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49" y="536226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8" y="2570163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8" y="3749675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8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8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7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7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7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7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22616795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63B24F-4BFE-01D3-6E7A-C47E33F4BF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15976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728C56-D1F2-222B-F24A-9C41B47598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107072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5DFCE82-FA27-B68F-85BB-442B71BC27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901715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058C459-AB6D-838C-9B41-87AE8E37EA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7555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108BA8A1-4571-8E3D-2A96-209431A8CC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380A1E-BAE6-9B19-21A0-B18E493B0BD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0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0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8112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0022E90-9769-89D6-4076-6509F3678D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0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7828826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2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1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4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5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78BB349-A496-B736-F75C-213CBB98473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48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8F90C0C-93D5-AC5F-5545-949E792E7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8" y="1870075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5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4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259270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E2B65A-2A0C-EC27-BF29-D51E2552E62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bg1"/>
                </a:solidFill>
              </a:defRPr>
            </a:lvl2pPr>
            <a:lvl3pPr marL="0" indent="0">
              <a:spcAft>
                <a:spcPts val="1400"/>
              </a:spcAft>
              <a:buNone/>
              <a:defRPr>
                <a:solidFill>
                  <a:schemeClr val="bg1"/>
                </a:solidFill>
              </a:defRPr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60000" indent="-180000"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6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011962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CDDAD4E4-1FA1-E957-7543-B3F97DB1E4B9}"/>
              </a:ext>
            </a:extLst>
          </p:cNvPr>
          <p:cNvSpPr txBox="1"/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90A511-B06C-0F68-0E99-B5AEE3AA5D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151275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7F5FE02-814B-94AF-6D69-AF84FBFB9E0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44722075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6725612A-BFE2-51B8-09DB-42DB9B164344}"/>
              </a:ext>
            </a:extLst>
          </p:cNvPr>
          <p:cNvSpPr txBox="1"/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>
                <a:solidFill>
                  <a:schemeClr val="bg1">
                    <a:alpha val="50000"/>
                  </a:schemeClr>
                </a:solidFill>
              </a:rPr>
              <a:t>Copyright © 2025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2E88BF3-DBB4-3159-A1A2-813CB01B38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1829695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B7BD606-6ECB-3515-2118-AB70AF25FE0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51008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2E7F9E-2363-3E0F-7AA1-34F8B388BA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8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4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94947978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376447-942F-E792-2A69-1773D287EFE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710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58491697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F82CFE-4280-ACC3-E3EF-008B7CA4E27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280193905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FD4642-FAFC-DCE8-5B20-5FC824E947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0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8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09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58438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AB3DE9C-632B-E0FE-4D89-3BFD7AFD79C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2498751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E995D0-17A3-8470-88B1-C954CC4A06C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8" y="896192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190550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399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126901789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89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 not use layouts after this Master">
    <p:bg>
      <p:bgPr>
        <a:solidFill>
          <a:srgbClr val="FF7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A98B08-52B3-D854-4AD6-820E36CB6FD0}"/>
              </a:ext>
            </a:extLst>
          </p:cNvPr>
          <p:cNvSpPr txBox="1"/>
          <p:nvPr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>
                <a:solidFill>
                  <a:schemeClr val="tx1"/>
                </a:solidFill>
              </a:rPr>
              <a:t>Do not use layouts after this Master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F1701-6FDC-1383-B7AA-C78D6A93389F}"/>
              </a:ext>
            </a:extLst>
          </p:cNvPr>
          <p:cNvSpPr txBox="1"/>
          <p:nvPr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>
                <a:solidFill>
                  <a:schemeClr val="tx1"/>
                </a:solidFill>
              </a:rPr>
              <a:t>Do not use layouts after this Master</a:t>
            </a:r>
          </a:p>
        </p:txBody>
      </p:sp>
    </p:spTree>
    <p:extLst>
      <p:ext uri="{BB962C8B-B14F-4D97-AF65-F5344CB8AC3E}">
        <p14:creationId xmlns:p14="http://schemas.microsoft.com/office/powerpoint/2010/main" val="308570919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9611B0-444A-87BA-3479-946933FA6CB1}"/>
              </a:ext>
            </a:extLst>
          </p:cNvPr>
          <p:cNvSpPr txBox="1"/>
          <p:nvPr/>
        </p:nvSpPr>
        <p:spPr>
          <a:xfrm>
            <a:off x="897024" y="2048332"/>
            <a:ext cx="325249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1">
                <a:solidFill>
                  <a:schemeClr val="tx1"/>
                </a:solidFill>
                <a:latin typeface="+mj-lt"/>
              </a:rPr>
              <a:t>HCLTech Roobert Bold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B6E6B-6EC0-D6CF-D881-26F69D3D90E3}"/>
              </a:ext>
            </a:extLst>
          </p:cNvPr>
          <p:cNvSpPr txBox="1"/>
          <p:nvPr/>
        </p:nvSpPr>
        <p:spPr>
          <a:xfrm>
            <a:off x="897024" y="2647868"/>
            <a:ext cx="40267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1" i="1">
                <a:solidFill>
                  <a:schemeClr val="tx1"/>
                </a:solidFill>
                <a:latin typeface="+mj-lt"/>
                <a:cs typeface="+mn-cs"/>
              </a:rPr>
              <a:t>HCLTech Roobert Bold Italic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CEE93-DA7C-5521-01BF-55A37A75BCDF}"/>
              </a:ext>
            </a:extLst>
          </p:cNvPr>
          <p:cNvSpPr txBox="1"/>
          <p:nvPr/>
        </p:nvSpPr>
        <p:spPr>
          <a:xfrm>
            <a:off x="897024" y="4954373"/>
            <a:ext cx="367568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>
                <a:solidFill>
                  <a:schemeClr val="tx1"/>
                </a:solidFill>
                <a:latin typeface="+mn-lt"/>
                <a:cs typeface="+mn-cs"/>
              </a:rPr>
              <a:t>HCLTech Roobert Regular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F6739-A1A4-649A-6D11-C40712C65326}"/>
              </a:ext>
            </a:extLst>
          </p:cNvPr>
          <p:cNvSpPr txBox="1"/>
          <p:nvPr/>
        </p:nvSpPr>
        <p:spPr>
          <a:xfrm>
            <a:off x="897024" y="5553909"/>
            <a:ext cx="44339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>
                <a:solidFill>
                  <a:schemeClr val="tx1"/>
                </a:solidFill>
                <a:latin typeface="+mn-lt"/>
                <a:cs typeface="+mn-cs"/>
              </a:rPr>
              <a:t>HCLTech Roobert Regular Italic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06CAD-2E82-88C9-0557-7C2DCD381AFC}"/>
              </a:ext>
            </a:extLst>
          </p:cNvPr>
          <p:cNvSpPr txBox="1"/>
          <p:nvPr/>
        </p:nvSpPr>
        <p:spPr>
          <a:xfrm>
            <a:off x="6275388" y="2048332"/>
            <a:ext cx="3959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HCLTech Roobert </a:t>
            </a:r>
            <a:r>
              <a:rPr lang="en-US" sz="2400" b="0" err="1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SemiBold</a:t>
            </a:r>
            <a:endParaRPr lang="en-US" sz="2400" b="0">
              <a:solidFill>
                <a:schemeClr val="tx1"/>
              </a:solidFill>
              <a:latin typeface="HCLTech Roobert SemiBold" pitchFamily="2" charset="0"/>
              <a:cs typeface="HCLTech Roober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6BC6E-DFE1-BD72-B80A-7F2CC7F80421}"/>
              </a:ext>
            </a:extLst>
          </p:cNvPr>
          <p:cNvSpPr txBox="1"/>
          <p:nvPr/>
        </p:nvSpPr>
        <p:spPr>
          <a:xfrm>
            <a:off x="6275388" y="2647868"/>
            <a:ext cx="475130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HCLTech Roobert </a:t>
            </a:r>
            <a:r>
              <a:rPr lang="en-US" sz="2400" b="0" i="1" err="1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SemiBold</a:t>
            </a:r>
            <a:r>
              <a:rPr lang="en-US" sz="2400" b="0" i="1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 Italic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6C1CF-132E-42AE-F789-931490D105D7}"/>
              </a:ext>
            </a:extLst>
          </p:cNvPr>
          <p:cNvSpPr txBox="1"/>
          <p:nvPr/>
        </p:nvSpPr>
        <p:spPr>
          <a:xfrm>
            <a:off x="897024" y="1580748"/>
            <a:ext cx="37558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>
                <a:solidFill>
                  <a:schemeClr val="tx1"/>
                </a:solidFill>
                <a:latin typeface="+mj-lt"/>
              </a:rPr>
              <a:t>(Headings) with “Bold”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A7388-0488-392E-EC42-8B5573B4ED64}"/>
              </a:ext>
            </a:extLst>
          </p:cNvPr>
          <p:cNvSpPr txBox="1"/>
          <p:nvPr/>
        </p:nvSpPr>
        <p:spPr>
          <a:xfrm>
            <a:off x="897024" y="4555757"/>
            <a:ext cx="7566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>
                <a:solidFill>
                  <a:schemeClr val="tx1"/>
                </a:solidFill>
                <a:latin typeface="+mn-lt"/>
              </a:rPr>
              <a:t>(Body)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2D796-65CD-7103-8074-767217BBB039}"/>
              </a:ext>
            </a:extLst>
          </p:cNvPr>
          <p:cNvSpPr txBox="1"/>
          <p:nvPr/>
        </p:nvSpPr>
        <p:spPr>
          <a:xfrm>
            <a:off x="6275388" y="1561102"/>
            <a:ext cx="179215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>
                <a:solidFill>
                  <a:schemeClr val="tx1"/>
                </a:solidFill>
                <a:latin typeface="+mj-lt"/>
                <a:cs typeface="+mn-cs"/>
              </a:rPr>
              <a:t>Additional font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FFE898-14D5-AA00-6750-C59702593466}"/>
              </a:ext>
            </a:extLst>
          </p:cNvPr>
          <p:cNvSpPr txBox="1"/>
          <p:nvPr/>
        </p:nvSpPr>
        <p:spPr>
          <a:xfrm>
            <a:off x="6275388" y="4954373"/>
            <a:ext cx="33326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>
                <a:solidFill>
                  <a:schemeClr val="tx1"/>
                </a:solidFill>
                <a:latin typeface="HCLTech Roobert Light" panose="020B0304030202060203" pitchFamily="34" charset="0"/>
                <a:cs typeface="HCLTech Roobert Light" panose="020B0304030202060203" pitchFamily="34" charset="0"/>
              </a:rPr>
              <a:t>HCLTech Roobert Light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CE973-45F8-6EC2-B692-9B7A9EF89009}"/>
              </a:ext>
            </a:extLst>
          </p:cNvPr>
          <p:cNvSpPr txBox="1"/>
          <p:nvPr/>
        </p:nvSpPr>
        <p:spPr>
          <a:xfrm>
            <a:off x="6275388" y="5553909"/>
            <a:ext cx="411811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>
                <a:solidFill>
                  <a:schemeClr val="tx1"/>
                </a:solidFill>
                <a:latin typeface="HCLTech Roobert Light" panose="020B0304030202060203" pitchFamily="34" charset="0"/>
                <a:cs typeface="HCLTech Roobert Light" panose="020B0304030202060203" pitchFamily="34" charset="0"/>
              </a:rPr>
              <a:t>HCLTech Roobert Light Italic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3BE0DA-97DB-5757-332E-4D24BE41DF4D}"/>
              </a:ext>
            </a:extLst>
          </p:cNvPr>
          <p:cNvSpPr txBox="1"/>
          <p:nvPr/>
        </p:nvSpPr>
        <p:spPr>
          <a:xfrm>
            <a:off x="6275388" y="3671638"/>
            <a:ext cx="340472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  <a:t>HCLTech Roobert Bold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(font only, not bold function)</a:t>
            </a:r>
          </a:p>
        </p:txBody>
      </p:sp>
      <p:cxnSp>
        <p:nvCxnSpPr>
          <p:cNvPr id="15" name="Straight Connector 1">
            <a:extLst>
              <a:ext uri="{FF2B5EF4-FFF2-40B4-BE49-F238E27FC236}">
                <a16:creationId xmlns:a16="http://schemas.microsoft.com/office/drawing/2014/main" id="{51C2974B-E40E-7E25-4FFE-DB7AA732EEF3}"/>
              </a:ext>
            </a:extLst>
          </p:cNvPr>
          <p:cNvCxnSpPr>
            <a:cxnSpLocks/>
          </p:cNvCxnSpPr>
          <p:nvPr/>
        </p:nvCxnSpPr>
        <p:spPr>
          <a:xfrm>
            <a:off x="5781674" y="1580748"/>
            <a:ext cx="0" cy="4342493"/>
          </a:xfrm>
          <a:prstGeom prst="line">
            <a:avLst/>
          </a:prstGeom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33258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9B3E90-AC1E-1B3F-30C1-AE3A88515959}"/>
              </a:ext>
            </a:extLst>
          </p:cNvPr>
          <p:cNvSpPr/>
          <p:nvPr/>
        </p:nvSpPr>
        <p:spPr>
          <a:xfrm>
            <a:off x="4456253" y="1579031"/>
            <a:ext cx="7186745" cy="2370883"/>
          </a:xfrm>
          <a:prstGeom prst="roundRect">
            <a:avLst>
              <a:gd name="adj" fmla="val 3358"/>
            </a:avLst>
          </a:prstGeom>
          <a:solidFill>
            <a:srgbClr val="BEEB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AD3DF41-065C-2046-C8D1-4AC7D90A7415}"/>
              </a:ext>
            </a:extLst>
          </p:cNvPr>
          <p:cNvSpPr/>
          <p:nvPr/>
        </p:nvSpPr>
        <p:spPr>
          <a:xfrm>
            <a:off x="4456253" y="4016984"/>
            <a:ext cx="7186745" cy="2264916"/>
          </a:xfrm>
          <a:prstGeom prst="roundRect">
            <a:avLst>
              <a:gd name="adj" fmla="val 3358"/>
            </a:avLst>
          </a:prstGeom>
          <a:solidFill>
            <a:srgbClr val="FFBE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C4F6D6C-D9F5-8ACA-0B9B-99899DF888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13" t="9381" r="41951" b="40950"/>
          <a:stretch/>
        </p:blipFill>
        <p:spPr>
          <a:xfrm>
            <a:off x="4543194" y="1721547"/>
            <a:ext cx="430186" cy="4327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1CC56F-1755-F106-2D3E-005E6F105E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63" t="8263" r="13347" b="17119"/>
          <a:stretch/>
        </p:blipFill>
        <p:spPr>
          <a:xfrm>
            <a:off x="4826165" y="3949914"/>
            <a:ext cx="2399289" cy="2264916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16E535-382E-73FF-A410-1B2D3179807A}"/>
              </a:ext>
            </a:extLst>
          </p:cNvPr>
          <p:cNvSpPr/>
          <p:nvPr/>
        </p:nvSpPr>
        <p:spPr>
          <a:xfrm>
            <a:off x="549003" y="1579030"/>
            <a:ext cx="3557893" cy="4702869"/>
          </a:xfrm>
          <a:prstGeom prst="roundRect">
            <a:avLst>
              <a:gd name="adj" fmla="val 3358"/>
            </a:avLst>
          </a:prstGeom>
          <a:solidFill>
            <a:srgbClr val="E6E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D84A7-E3CB-3796-2253-CB8EE139B04E}"/>
              </a:ext>
            </a:extLst>
          </p:cNvPr>
          <p:cNvSpPr txBox="1"/>
          <p:nvPr/>
        </p:nvSpPr>
        <p:spPr>
          <a:xfrm>
            <a:off x="625671" y="1153153"/>
            <a:ext cx="143629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pc="-10">
                <a:solidFill>
                  <a:schemeClr val="tx1"/>
                </a:solidFill>
              </a:rPr>
              <a:t>Test pattern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BBDAF6-B28C-FEF4-0679-4D65B41D53FF}"/>
              </a:ext>
            </a:extLst>
          </p:cNvPr>
          <p:cNvSpPr txBox="1"/>
          <p:nvPr/>
        </p:nvSpPr>
        <p:spPr>
          <a:xfrm>
            <a:off x="4482577" y="1153153"/>
            <a:ext cx="322684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pc="-10" noProof="0">
                <a:solidFill>
                  <a:schemeClr val="tx1"/>
                </a:solidFill>
              </a:rPr>
              <a:t>Reference font appearance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1241C4-D418-FA74-0C3C-BC5B8BA58E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43693" y="2011833"/>
            <a:ext cx="1869966" cy="15881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0D04758-9823-E37C-19C9-4CD05BD4AE04}"/>
              </a:ext>
            </a:extLst>
          </p:cNvPr>
          <p:cNvSpPr txBox="1"/>
          <p:nvPr/>
        </p:nvSpPr>
        <p:spPr>
          <a:xfrm>
            <a:off x="8026581" y="2272413"/>
            <a:ext cx="326706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noProof="0">
                <a:solidFill>
                  <a:schemeClr val="tx1"/>
                </a:solidFill>
                <a:latin typeface="+mn-lt"/>
              </a:rPr>
              <a:t>If the text in purple appears like this reference, then the fonts appear correctly</a:t>
            </a:r>
            <a:br>
              <a:rPr lang="en-US" noProof="0">
                <a:solidFill>
                  <a:schemeClr val="tx1"/>
                </a:solidFill>
                <a:latin typeface="+mn-lt"/>
              </a:rPr>
            </a:br>
            <a:r>
              <a:rPr lang="en-US" noProof="0">
                <a:solidFill>
                  <a:schemeClr val="tx1"/>
                </a:solidFill>
                <a:latin typeface="+mn-lt"/>
              </a:rPr>
              <a:t>in this presentation.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585D32-7EB9-1997-17E6-512DE50D9614}"/>
              </a:ext>
            </a:extLst>
          </p:cNvPr>
          <p:cNvSpPr txBox="1"/>
          <p:nvPr/>
        </p:nvSpPr>
        <p:spPr>
          <a:xfrm>
            <a:off x="8026581" y="4266802"/>
            <a:ext cx="333123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noProof="0">
                <a:solidFill>
                  <a:schemeClr val="tx1"/>
                </a:solidFill>
                <a:latin typeface="+mn-lt"/>
              </a:rPr>
              <a:t>If the text in the section on the left appears like any of these, then the fonts have not been embedded.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2886FB-B47C-DD28-9D86-3E0E681EAA5A}"/>
              </a:ext>
            </a:extLst>
          </p:cNvPr>
          <p:cNvSpPr txBox="1"/>
          <p:nvPr/>
        </p:nvSpPr>
        <p:spPr>
          <a:xfrm>
            <a:off x="8026581" y="5594126"/>
            <a:ext cx="353480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noProof="0">
                <a:solidFill>
                  <a:schemeClr val="tx1"/>
                </a:solidFill>
                <a:latin typeface="+mn-lt"/>
              </a:rPr>
              <a:t>Use the HCLTech PPT template or reach out to the brand team for support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C8E22CC-8B44-C1A5-E614-39EF3F0C88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838" t="6920" r="27886" b="38726"/>
          <a:stretch/>
        </p:blipFill>
        <p:spPr>
          <a:xfrm>
            <a:off x="4522370" y="4263659"/>
            <a:ext cx="406959" cy="437163"/>
          </a:xfrm>
          <a:prstGeom prst="rect">
            <a:avLst/>
          </a:prstGeom>
        </p:spPr>
      </p:pic>
      <p:sp>
        <p:nvSpPr>
          <p:cNvPr id="34" name="Slide Number Placeholder 1">
            <a:extLst>
              <a:ext uri="{FF2B5EF4-FFF2-40B4-BE49-F238E27FC236}">
                <a16:creationId xmlns:a16="http://schemas.microsoft.com/office/drawing/2014/main" id="{3E0EEB72-EF38-7D17-EDBD-85842BAC23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3888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2861D0B6-A45D-6319-DD14-53F009205A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94165" y="6465600"/>
            <a:ext cx="2016000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B422D8-C933-AEC5-51C9-B39B3B58A4CA}"/>
              </a:ext>
            </a:extLst>
          </p:cNvPr>
          <p:cNvSpPr txBox="1"/>
          <p:nvPr/>
        </p:nvSpPr>
        <p:spPr>
          <a:xfrm>
            <a:off x="507907" y="276931"/>
            <a:ext cx="105336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/>
              <a:t>Verify that the font appears correct</a:t>
            </a:r>
          </a:p>
        </p:txBody>
      </p:sp>
    </p:spTree>
    <p:extLst>
      <p:ext uri="{BB962C8B-B14F-4D97-AF65-F5344CB8AC3E}">
        <p14:creationId xmlns:p14="http://schemas.microsoft.com/office/powerpoint/2010/main" val="413406603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76A35FE-36EE-2517-4F44-4D6677CE89B0}"/>
              </a:ext>
            </a:extLst>
          </p:cNvPr>
          <p:cNvSpPr/>
          <p:nvPr/>
        </p:nvSpPr>
        <p:spPr>
          <a:xfrm>
            <a:off x="-1" y="0"/>
            <a:ext cx="5356933" cy="6858000"/>
          </a:xfrm>
          <a:prstGeom prst="rect">
            <a:avLst/>
          </a:prstGeom>
          <a:solidFill>
            <a:srgbClr val="E6E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B3CBDA0-9482-35CF-1028-5295D8D30F38}"/>
              </a:ext>
            </a:extLst>
          </p:cNvPr>
          <p:cNvSpPr/>
          <p:nvPr/>
        </p:nvSpPr>
        <p:spPr>
          <a:xfrm>
            <a:off x="4511040" y="21048"/>
            <a:ext cx="7728699" cy="6858000"/>
          </a:xfrm>
          <a:prstGeom prst="roundRect">
            <a:avLst>
              <a:gd name="adj" fmla="val 12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4" name="Slide Number Placeholder 1">
            <a:extLst>
              <a:ext uri="{FF2B5EF4-FFF2-40B4-BE49-F238E27FC236}">
                <a16:creationId xmlns:a16="http://schemas.microsoft.com/office/drawing/2014/main" id="{3E0EEB72-EF38-7D17-EDBD-85842BAC23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3888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2861D0B6-A45D-6319-DD14-53F009205A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94165" y="6465600"/>
            <a:ext cx="2016000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F64316D-B9C7-07E6-0549-13943E3D708B}"/>
              </a:ext>
            </a:extLst>
          </p:cNvPr>
          <p:cNvSpPr txBox="1">
            <a:spLocks/>
          </p:cNvSpPr>
          <p:nvPr/>
        </p:nvSpPr>
        <p:spPr>
          <a:xfrm>
            <a:off x="4570950" y="841991"/>
            <a:ext cx="4146768" cy="2357980"/>
          </a:xfrm>
          <a:prstGeom prst="roundRect">
            <a:avLst>
              <a:gd name="adj" fmla="val 3631"/>
            </a:avLst>
          </a:prstGeom>
          <a:noFill/>
        </p:spPr>
        <p:txBody>
          <a:bodyPr vert="horz" lIns="274320" tIns="144000" rIns="0" bIns="288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Font typeface="HCLTech Roobert" panose="020B0504030202060203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HCLTech Roobert" panose="020B0504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HCLTech Roobert" panose="020B0504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HCLTech Roobert" panose="020B0504030202060203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CLTech Roobert" panose="020B0504030202060203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600" b="0">
                <a:latin typeface="+mn-lt"/>
              </a:rPr>
              <a:t>Steps to check if the fonts are embedded: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0">
                <a:latin typeface="+mn-lt"/>
              </a:rPr>
              <a:t>Under the </a:t>
            </a:r>
            <a:r>
              <a:rPr lang="en-US" sz="1600"/>
              <a:t>File tab</a:t>
            </a:r>
            <a:r>
              <a:rPr lang="en-US" sz="1600">
                <a:latin typeface="+mn-lt"/>
              </a:rPr>
              <a:t> 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0">
                <a:latin typeface="+mn-lt"/>
              </a:rPr>
              <a:t>Click on </a:t>
            </a:r>
            <a:r>
              <a:rPr lang="en-US" sz="1600"/>
              <a:t>Options</a:t>
            </a:r>
            <a:r>
              <a:rPr lang="en-US" sz="1600">
                <a:latin typeface="+mn-lt"/>
              </a:rPr>
              <a:t> 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0">
                <a:latin typeface="+mn-lt"/>
              </a:rPr>
              <a:t>Then</a:t>
            </a:r>
            <a:r>
              <a:rPr lang="en-US" sz="1600">
                <a:latin typeface="+mn-lt"/>
              </a:rPr>
              <a:t> </a:t>
            </a:r>
            <a:r>
              <a:rPr lang="en-US" sz="1600" b="0">
                <a:latin typeface="+mn-lt"/>
              </a:rPr>
              <a:t>select </a:t>
            </a:r>
            <a:r>
              <a:rPr lang="en-US" sz="1600" b="0"/>
              <a:t>the </a:t>
            </a:r>
            <a:r>
              <a:rPr lang="en-US" sz="1600"/>
              <a:t>Save</a:t>
            </a:r>
            <a:r>
              <a:rPr lang="en-US" sz="1600" b="0"/>
              <a:t> tab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600" b="0">
                <a:latin typeface="+mn-lt"/>
              </a:rPr>
              <a:t>At the bottom, under ‘</a:t>
            </a:r>
            <a:r>
              <a:rPr lang="en-US" sz="1600" b="0" i="1">
                <a:latin typeface="+mn-lt"/>
              </a:rPr>
              <a:t>Preserve fidelity when sharing this presentation</a:t>
            </a:r>
            <a:r>
              <a:rPr lang="en-US" sz="1600" b="0">
                <a:latin typeface="+mn-lt"/>
              </a:rPr>
              <a:t>’, </a:t>
            </a:r>
            <a:br>
              <a:rPr lang="en-US" sz="1600" b="0">
                <a:latin typeface="+mn-lt"/>
              </a:rPr>
            </a:br>
            <a:r>
              <a:rPr lang="en-US" sz="1600" b="0">
                <a:latin typeface="+mn-lt"/>
              </a:rPr>
              <a:t>the </a:t>
            </a:r>
            <a:r>
              <a:rPr lang="en-US" sz="1600">
                <a:latin typeface="+mn-lt"/>
              </a:rPr>
              <a:t>Embed fonts in the file </a:t>
            </a:r>
            <a:r>
              <a:rPr lang="en-US" sz="1600" b="0">
                <a:latin typeface="+mn-lt"/>
              </a:rPr>
              <a:t>check box should be ticked with </a:t>
            </a:r>
            <a:r>
              <a:rPr lang="en-US" sz="1600">
                <a:latin typeface="+mn-lt"/>
              </a:rPr>
              <a:t>Embed all characters (best for editing by other people) </a:t>
            </a:r>
            <a:r>
              <a:rPr lang="en-US" sz="1600" b="0">
                <a:latin typeface="+mn-lt"/>
              </a:rPr>
              <a:t>selected.</a:t>
            </a:r>
          </a:p>
        </p:txBody>
      </p:sp>
      <p:pic>
        <p:nvPicPr>
          <p:cNvPr id="6" name="Picture 2" descr="Image showing the options available for embedding fonts in a PPT presentation.">
            <a:extLst>
              <a:ext uri="{FF2B5EF4-FFF2-40B4-BE49-F238E27FC236}">
                <a16:creationId xmlns:a16="http://schemas.microsoft.com/office/drawing/2014/main" id="{DE3B57DC-AAAC-6A4B-8D83-2AB6C6B0A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978" y="5105350"/>
            <a:ext cx="5356934" cy="1414230"/>
          </a:xfrm>
          <a:prstGeom prst="roundRect">
            <a:avLst>
              <a:gd name="adj" fmla="val 33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FFE92D1-8E43-D09C-EBB9-95D77B71C793}"/>
              </a:ext>
            </a:extLst>
          </p:cNvPr>
          <p:cNvGrpSpPr/>
          <p:nvPr/>
        </p:nvGrpSpPr>
        <p:grpSpPr>
          <a:xfrm>
            <a:off x="565762" y="5105350"/>
            <a:ext cx="3602778" cy="1109252"/>
            <a:chOff x="625672" y="5540672"/>
            <a:chExt cx="3602778" cy="1109252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CE34CCB-CCCC-139D-BC4B-7DDF96F5B6B9}"/>
                </a:ext>
              </a:extLst>
            </p:cNvPr>
            <p:cNvSpPr/>
            <p:nvPr/>
          </p:nvSpPr>
          <p:spPr>
            <a:xfrm>
              <a:off x="625672" y="5540672"/>
              <a:ext cx="3602778" cy="1109252"/>
            </a:xfrm>
            <a:prstGeom prst="roundRect">
              <a:avLst>
                <a:gd name="adj" fmla="val 5497"/>
              </a:avLst>
            </a:prstGeom>
            <a:solidFill>
              <a:srgbClr val="FFEC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Ins="288000" bIns="288000" rtlCol="0" anchor="t" anchorCtr="0"/>
            <a:lstStyle/>
            <a:p>
              <a:pPr algn="l"/>
              <a:endParaRPr lang="en-US" err="1">
                <a:solidFill>
                  <a:schemeClr val="tx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62AB5B-66F0-565A-566B-8C66032BB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590" t="9638" r="25557" b="43071"/>
            <a:stretch/>
          </p:blipFill>
          <p:spPr>
            <a:xfrm>
              <a:off x="776353" y="5674601"/>
              <a:ext cx="449093" cy="409318"/>
            </a:xfrm>
            <a:prstGeom prst="rect">
              <a:avLst/>
            </a:prstGeom>
          </p:spPr>
        </p:pic>
        <p:sp>
          <p:nvSpPr>
            <p:cNvPr id="10" name="Text Placeholder 8">
              <a:extLst>
                <a:ext uri="{FF2B5EF4-FFF2-40B4-BE49-F238E27FC236}">
                  <a16:creationId xmlns:a16="http://schemas.microsoft.com/office/drawing/2014/main" id="{A885CD08-198D-D035-C904-96DA577B7979}"/>
                </a:ext>
              </a:extLst>
            </p:cNvPr>
            <p:cNvSpPr txBox="1">
              <a:spLocks/>
            </p:cNvSpPr>
            <p:nvPr/>
          </p:nvSpPr>
          <p:spPr>
            <a:xfrm>
              <a:off x="1353740" y="5674601"/>
              <a:ext cx="2718820" cy="86177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900"/>
                </a:spcAft>
                <a:buFont typeface="HCLTech Roobert" panose="020B0504030202060203" pitchFamily="34" charset="0"/>
                <a:buNone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400"/>
                </a:spcAft>
                <a:buFont typeface="HCLTech Roobert" panose="020B0504030202060203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Font typeface="HCLTech Roobert" panose="020B0504030202060203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HCLTech Roobert" panose="020B0504030202060203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HCLTech Roobert" panose="020B0504030202060203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HCLTech Roobert" panose="020B0504030202060203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HCLTech Roobert" panose="020B0504030202060203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HCLTech Roobert" panose="020B0504030202060203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HCLTech Roobert" panose="020B0504030202060203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/>
                <a:t>If you plan to present your PPT on a different system, check and ensure that the font displays correctly on that system.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78CED54-BE38-E8A6-3975-F8E55D2596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5" t="1092" r="2497" b="763"/>
          <a:stretch/>
        </p:blipFill>
        <p:spPr>
          <a:xfrm>
            <a:off x="9000308" y="297206"/>
            <a:ext cx="981604" cy="4469724"/>
          </a:xfrm>
          <a:prstGeom prst="roundRect">
            <a:avLst>
              <a:gd name="adj" fmla="val 2522"/>
            </a:avLst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A95B0F-2BF3-58C1-2A47-9705DE330D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01" r="2574"/>
          <a:stretch/>
        </p:blipFill>
        <p:spPr>
          <a:xfrm>
            <a:off x="10497510" y="5106700"/>
            <a:ext cx="1417590" cy="1358900"/>
          </a:xfrm>
          <a:prstGeom prst="roundRect">
            <a:avLst>
              <a:gd name="adj" fmla="val 2522"/>
            </a:avLst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23BFD08B-9848-1DF6-2B6F-BCC43D156BF5}"/>
              </a:ext>
            </a:extLst>
          </p:cNvPr>
          <p:cNvCxnSpPr>
            <a:cxnSpLocks/>
          </p:cNvCxnSpPr>
          <p:nvPr/>
        </p:nvCxnSpPr>
        <p:spPr>
          <a:xfrm>
            <a:off x="9981912" y="4548249"/>
            <a:ext cx="1762784" cy="368135"/>
          </a:xfrm>
          <a:prstGeom prst="bentConnector3">
            <a:avLst>
              <a:gd name="adj1" fmla="val 99851"/>
            </a:avLst>
          </a:prstGeom>
          <a:ln w="63500" cap="flat">
            <a:solidFill>
              <a:schemeClr val="accent1"/>
            </a:solidFill>
            <a:round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4EE714-2C82-F0D0-4307-53BFD6B7BE4D}"/>
              </a:ext>
            </a:extLst>
          </p:cNvPr>
          <p:cNvCxnSpPr>
            <a:cxnSpLocks/>
          </p:cNvCxnSpPr>
          <p:nvPr/>
        </p:nvCxnSpPr>
        <p:spPr>
          <a:xfrm flipH="1">
            <a:off x="10058400" y="6088884"/>
            <a:ext cx="439110" cy="0"/>
          </a:xfrm>
          <a:prstGeom prst="straightConnector1">
            <a:avLst/>
          </a:prstGeom>
          <a:ln w="63500" cap="flat">
            <a:solidFill>
              <a:schemeClr val="accent1"/>
            </a:solidFill>
            <a:round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21936A-03CE-CD6B-A267-9F957A9B7996}"/>
              </a:ext>
            </a:extLst>
          </p:cNvPr>
          <p:cNvSpPr txBox="1"/>
          <p:nvPr/>
        </p:nvSpPr>
        <p:spPr>
          <a:xfrm>
            <a:off x="593166" y="2211816"/>
            <a:ext cx="3695194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When sharing your presentation, </a:t>
            </a:r>
            <a:r>
              <a:rPr lang="en-US" b="1"/>
              <a:t>ensure that the fonts are embedded </a:t>
            </a:r>
            <a:r>
              <a:rPr lang="en-US"/>
              <a:t>to retain the intended formatting and correct font appearance.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C09580-1559-A299-48C4-FE7E0FBD09EE}"/>
              </a:ext>
            </a:extLst>
          </p:cNvPr>
          <p:cNvSpPr txBox="1"/>
          <p:nvPr/>
        </p:nvSpPr>
        <p:spPr>
          <a:xfrm>
            <a:off x="565762" y="421199"/>
            <a:ext cx="3872674" cy="15696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Important note on sharing your presentation</a:t>
            </a:r>
            <a:endParaRPr lang="en-US" sz="40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2" name="Slide Number Placeholder 1">
            <a:extLst>
              <a:ext uri="{FF2B5EF4-FFF2-40B4-BE49-F238E27FC236}">
                <a16:creationId xmlns:a16="http://schemas.microsoft.com/office/drawing/2014/main" id="{D98B0D42-D8CF-E04B-7C0D-69BE23E77B75}"/>
              </a:ext>
            </a:extLst>
          </p:cNvPr>
          <p:cNvSpPr txBox="1">
            <a:spLocks/>
          </p:cNvSpPr>
          <p:nvPr/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HCLTech Roobert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HCLTech Roobert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HCLTech Roobert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3" name="Footer Placeholder 2">
            <a:extLst>
              <a:ext uri="{FF2B5EF4-FFF2-40B4-BE49-F238E27FC236}">
                <a16:creationId xmlns:a16="http://schemas.microsoft.com/office/drawing/2014/main" id="{429DB87A-A8A5-F55B-6CA6-6E7DBCEFE892}"/>
              </a:ext>
            </a:extLst>
          </p:cNvPr>
          <p:cNvSpPr txBox="1">
            <a:spLocks/>
          </p:cNvSpPr>
          <p:nvPr/>
        </p:nvSpPr>
        <p:spPr>
          <a:xfrm>
            <a:off x="894166" y="6465600"/>
            <a:ext cx="195887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800" b="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HCLTech Roobert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HCLTech Roobert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HCLTech Roobert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r>
              <a:rPr lang="en-US"/>
              <a:t>Copyright © 2025 </a:t>
            </a:r>
            <a:r>
              <a:rPr lang="en-US" err="1"/>
              <a:t>HCLTech</a:t>
            </a:r>
            <a:r>
              <a:rPr lang="en-US"/>
              <a:t> | Confidential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2D5129-AE5D-6967-4DB5-D09E1E646054}"/>
              </a:ext>
            </a:extLst>
          </p:cNvPr>
          <p:cNvSpPr txBox="1"/>
          <p:nvPr/>
        </p:nvSpPr>
        <p:spPr>
          <a:xfrm>
            <a:off x="894166" y="6465600"/>
            <a:ext cx="195887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US" sz="800" b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rPr>
              <a:t>Copyright © 2025 </a:t>
            </a:r>
            <a:r>
              <a:rPr lang="en-US" sz="800" b="0" err="1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rPr>
              <a:t>HCLTech</a:t>
            </a:r>
            <a:r>
              <a:rPr lang="en-US" sz="800" b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rPr>
              <a:t>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96479098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86244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7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7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51" Type="http://schemas.openxmlformats.org/officeDocument/2006/relationships/slideLayout" Target="../slideLayouts/slideLayout151.xml"/><Relationship Id="rId156" Type="http://schemas.openxmlformats.org/officeDocument/2006/relationships/slideLayout" Target="../slideLayouts/slideLayout156.xml"/><Relationship Id="rId17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162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73" Type="http://schemas.openxmlformats.org/officeDocument/2006/relationships/image" Target="../media/image1.emf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HCLTech Logo">
            <a:extLst>
              <a:ext uri="{FF2B5EF4-FFF2-40B4-BE49-F238E27FC236}">
                <a16:creationId xmlns:a16="http://schemas.microsoft.com/office/drawing/2014/main" id="{31CA80FE-5DD0-6B68-7FC7-0A32B29D2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336726F-4ABA-D97F-1D27-BB1FC7F10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72329DD-D2D9-8A41-22C9-F6DC09FB97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Copyright © 2025 HCLTech | Confidential</a:t>
            </a:r>
          </a:p>
        </p:txBody>
      </p:sp>
      <p:sp>
        <p:nvSpPr>
          <p:cNvPr id="38" name="Footer Placeholder">
            <a:extLst>
              <a:ext uri="{FF2B5EF4-FFF2-40B4-BE49-F238E27FC236}">
                <a16:creationId xmlns:a16="http://schemas.microsoft.com/office/drawing/2014/main" id="{8620D470-30D7-087B-D3D4-4161532AB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4165" y="6465600"/>
            <a:ext cx="201600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6" y="1812554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0" y="-482751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F47D5D3-84B1-7E18-0DF7-9BF9B8CDE31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98049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spcAft>
          <a:spcPts val="900"/>
        </a:spcAft>
        <a:buFont typeface="HCLTech Roobert" panose="020B0504030202060203" pitchFamily="34" charset="0"/>
        <a:buNone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400"/>
        </a:spcAft>
        <a:buFont typeface="HCLTech Roobert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HCLTech Roobert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HCLTech Roobert" panose="020B0504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HCLTech Roobert" panose="020B0504030202060203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HCLTech Roobert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54332BF-DC9A-3E74-38AE-3A53B3EA4EFC}"/>
              </a:ext>
            </a:extLst>
          </p:cNvPr>
          <p:cNvGrpSpPr/>
          <p:nvPr/>
        </p:nvGrpSpPr>
        <p:grpSpPr>
          <a:xfrm>
            <a:off x="4700812" y="964219"/>
            <a:ext cx="1395188" cy="5740400"/>
            <a:chOff x="3595677" y="1117600"/>
            <a:chExt cx="1395188" cy="57404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691CB07-CFB9-B083-4D9B-1D4CED7272F8}"/>
                </a:ext>
              </a:extLst>
            </p:cNvPr>
            <p:cNvSpPr/>
            <p:nvPr/>
          </p:nvSpPr>
          <p:spPr>
            <a:xfrm>
              <a:off x="3595677" y="1117600"/>
              <a:ext cx="1395188" cy="4226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74295" tIns="37148" rIns="74295" bIns="37148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CLTech Roobert Bold"/>
                  <a:ea typeface="+mn-ea"/>
                  <a:cs typeface="+mn-cs"/>
                </a:rPr>
                <a:t>Active Directory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09DF69D-46DF-47F9-1AFF-90C943F6BFB6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>
              <a:off x="4293271" y="1540291"/>
              <a:ext cx="0" cy="5317709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CEF7119-18D6-6642-21F8-F101ADAB25AA}"/>
              </a:ext>
            </a:extLst>
          </p:cNvPr>
          <p:cNvGrpSpPr/>
          <p:nvPr/>
        </p:nvGrpSpPr>
        <p:grpSpPr>
          <a:xfrm>
            <a:off x="8353024" y="962101"/>
            <a:ext cx="1515869" cy="5742518"/>
            <a:chOff x="6217553" y="1112141"/>
            <a:chExt cx="1515869" cy="574251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D8EAAD-9061-F67E-3584-78A48CFFF550}"/>
                </a:ext>
              </a:extLst>
            </p:cNvPr>
            <p:cNvSpPr/>
            <p:nvPr/>
          </p:nvSpPr>
          <p:spPr>
            <a:xfrm>
              <a:off x="6217553" y="1112141"/>
              <a:ext cx="1515869" cy="4226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74295" tIns="37148" rIns="74295" bIns="37148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CLTech Roobert Bold"/>
                  <a:ea typeface="+mn-ea"/>
                  <a:cs typeface="+mn-cs"/>
                </a:rPr>
                <a:t>Admin User Management (DB)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8E2256D-E6CD-E5E5-1814-90D8D895C2E2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6952887" y="1534832"/>
              <a:ext cx="22601" cy="531982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3ADD0C-F795-03D1-6646-1AF3CEFB9885}"/>
              </a:ext>
            </a:extLst>
          </p:cNvPr>
          <p:cNvGrpSpPr/>
          <p:nvPr/>
        </p:nvGrpSpPr>
        <p:grpSpPr>
          <a:xfrm>
            <a:off x="1002614" y="958760"/>
            <a:ext cx="1395188" cy="5734648"/>
            <a:chOff x="552342" y="1123352"/>
            <a:chExt cx="1395188" cy="57346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6E6382-F4E4-A1A1-03E7-07D62D6885EB}"/>
                </a:ext>
              </a:extLst>
            </p:cNvPr>
            <p:cNvSpPr/>
            <p:nvPr/>
          </p:nvSpPr>
          <p:spPr>
            <a:xfrm>
              <a:off x="552342" y="1123352"/>
              <a:ext cx="1395188" cy="4172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74295" tIns="37148" rIns="74295" bIns="37148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CLTech Roobert Bold"/>
                  <a:ea typeface="+mn-ea"/>
                  <a:cs typeface="+mn-cs"/>
                </a:rPr>
                <a:t>Admin Console Login (UI)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FE3B9B4-CA5C-FFBE-1F6E-5DB7C68B9781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1249936" y="1540584"/>
              <a:ext cx="0" cy="531741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F2BEFB-3137-CF18-C601-11DC4E6B6E42}"/>
              </a:ext>
            </a:extLst>
          </p:cNvPr>
          <p:cNvCxnSpPr>
            <a:cxnSpLocks/>
          </p:cNvCxnSpPr>
          <p:nvPr/>
        </p:nvCxnSpPr>
        <p:spPr>
          <a:xfrm>
            <a:off x="1862864" y="1975380"/>
            <a:ext cx="3384850" cy="0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F0D80E2-16D1-093D-5F86-18113B7368EF}"/>
              </a:ext>
            </a:extLst>
          </p:cNvPr>
          <p:cNvSpPr>
            <a:spLocks/>
          </p:cNvSpPr>
          <p:nvPr/>
        </p:nvSpPr>
        <p:spPr>
          <a:xfrm>
            <a:off x="1549517" y="1824567"/>
            <a:ext cx="301383" cy="301626"/>
          </a:xfrm>
          <a:prstGeom prst="ellipse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1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EB7EEC-B993-0B64-C0E2-1726AB5C931C}"/>
              </a:ext>
            </a:extLst>
          </p:cNvPr>
          <p:cNvSpPr txBox="1"/>
          <p:nvPr/>
        </p:nvSpPr>
        <p:spPr>
          <a:xfrm>
            <a:off x="2247110" y="1764460"/>
            <a:ext cx="25617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Send User Login Request to AD API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(User Id Password)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ECA630-0C2D-B61B-97D8-9997077BAD04}"/>
              </a:ext>
            </a:extLst>
          </p:cNvPr>
          <p:cNvSpPr>
            <a:spLocks/>
          </p:cNvSpPr>
          <p:nvPr/>
        </p:nvSpPr>
        <p:spPr>
          <a:xfrm>
            <a:off x="5247715" y="1824567"/>
            <a:ext cx="301383" cy="301626"/>
          </a:xfrm>
          <a:prstGeom prst="ellipse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2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7DAB91-57AB-6719-4985-DC51BD8AF1AB}"/>
              </a:ext>
            </a:extLst>
          </p:cNvPr>
          <p:cNvSpPr txBox="1"/>
          <p:nvPr/>
        </p:nvSpPr>
        <p:spPr>
          <a:xfrm>
            <a:off x="5398404" y="2120214"/>
            <a:ext cx="22035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Validate / Authenticate User in AD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29E76E-DB24-6C44-7C88-44F4055DE3FD}"/>
              </a:ext>
            </a:extLst>
          </p:cNvPr>
          <p:cNvSpPr>
            <a:spLocks/>
          </p:cNvSpPr>
          <p:nvPr/>
        </p:nvSpPr>
        <p:spPr>
          <a:xfrm>
            <a:off x="8945912" y="3371909"/>
            <a:ext cx="301383" cy="301626"/>
          </a:xfrm>
          <a:prstGeom prst="ellipse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3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009C63C7-C932-AD6D-EAC4-A67CF9C6B00E}"/>
              </a:ext>
            </a:extLst>
          </p:cNvPr>
          <p:cNvSpPr/>
          <p:nvPr/>
        </p:nvSpPr>
        <p:spPr>
          <a:xfrm>
            <a:off x="5082920" y="2526303"/>
            <a:ext cx="630970" cy="599385"/>
          </a:xfrm>
          <a:prstGeom prst="diamond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3</a:t>
            </a:r>
            <a:endParaRPr kumimoji="0" lang="en-IN" sz="105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184D840-6DFB-C312-0CBB-D8048DF2FD2A}"/>
              </a:ext>
            </a:extLst>
          </p:cNvPr>
          <p:cNvCxnSpPr>
            <a:cxnSpLocks/>
            <a:stCxn id="17" idx="4"/>
            <a:endCxn id="29" idx="0"/>
          </p:cNvCxnSpPr>
          <p:nvPr/>
        </p:nvCxnSpPr>
        <p:spPr>
          <a:xfrm flipH="1">
            <a:off x="5398405" y="2126193"/>
            <a:ext cx="2" cy="400110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0CD0C5C-0B57-FD91-67FB-2645334D0A91}"/>
              </a:ext>
            </a:extLst>
          </p:cNvPr>
          <p:cNvSpPr txBox="1"/>
          <p:nvPr/>
        </p:nvSpPr>
        <p:spPr>
          <a:xfrm>
            <a:off x="5381986" y="3125688"/>
            <a:ext cx="712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FA069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Success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0FA069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ED50B5-69E1-D9AD-AC25-23662C4B3D09}"/>
              </a:ext>
            </a:extLst>
          </p:cNvPr>
          <p:cNvSpPr txBox="1"/>
          <p:nvPr/>
        </p:nvSpPr>
        <p:spPr>
          <a:xfrm>
            <a:off x="6290764" y="3510204"/>
            <a:ext cx="22035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Send User Login Request to Admin Console User Management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0887236E-7FAE-B60A-9F38-6FEB8F6264A3}"/>
              </a:ext>
            </a:extLst>
          </p:cNvPr>
          <p:cNvSpPr/>
          <p:nvPr/>
        </p:nvSpPr>
        <p:spPr>
          <a:xfrm>
            <a:off x="8781118" y="4367881"/>
            <a:ext cx="630970" cy="599385"/>
          </a:xfrm>
          <a:prstGeom prst="diamond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4</a:t>
            </a:r>
            <a:endParaRPr kumimoji="0" lang="en-IN" sz="105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92E69DA-C99F-F249-D997-EF680109CB21}"/>
              </a:ext>
            </a:extLst>
          </p:cNvPr>
          <p:cNvCxnSpPr>
            <a:cxnSpLocks/>
            <a:stCxn id="28" idx="4"/>
            <a:endCxn id="42" idx="0"/>
          </p:cNvCxnSpPr>
          <p:nvPr/>
        </p:nvCxnSpPr>
        <p:spPr>
          <a:xfrm flipH="1">
            <a:off x="9096603" y="3673535"/>
            <a:ext cx="1" cy="694346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494539B-A67B-62A5-5729-DEAA5F385695}"/>
              </a:ext>
            </a:extLst>
          </p:cNvPr>
          <p:cNvSpPr txBox="1"/>
          <p:nvPr/>
        </p:nvSpPr>
        <p:spPr>
          <a:xfrm>
            <a:off x="9191910" y="3751252"/>
            <a:ext cx="210479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Validate / Authenticate in Centralized Database.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Check Role</a:t>
            </a:r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7B9D83A-2FF1-6359-F385-BC5B0239520B}"/>
              </a:ext>
            </a:extLst>
          </p:cNvPr>
          <p:cNvCxnSpPr>
            <a:cxnSpLocks/>
            <a:stCxn id="29" idx="1"/>
            <a:endCxn id="54" idx="6"/>
          </p:cNvCxnSpPr>
          <p:nvPr/>
        </p:nvCxnSpPr>
        <p:spPr>
          <a:xfrm flipH="1" flipV="1">
            <a:off x="1850896" y="2825995"/>
            <a:ext cx="3232024" cy="1"/>
          </a:xfrm>
          <a:prstGeom prst="straightConnector1">
            <a:avLst/>
          </a:prstGeom>
          <a:ln w="9525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52ED5AC-DB55-8F3E-1F89-CCA01CA8E8A9}"/>
              </a:ext>
            </a:extLst>
          </p:cNvPr>
          <p:cNvSpPr txBox="1"/>
          <p:nvPr/>
        </p:nvSpPr>
        <p:spPr>
          <a:xfrm>
            <a:off x="4747251" y="2600929"/>
            <a:ext cx="4110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Fail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D62C5D-F11A-0AF4-EB0E-F6C4C22D6DBF}"/>
              </a:ext>
            </a:extLst>
          </p:cNvPr>
          <p:cNvSpPr txBox="1"/>
          <p:nvPr/>
        </p:nvSpPr>
        <p:spPr>
          <a:xfrm>
            <a:off x="6688267" y="3276501"/>
            <a:ext cx="14085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FA069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AD Authorization OK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0FA069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4FC2160-CCA3-3C43-D31D-2A726E078404}"/>
              </a:ext>
            </a:extLst>
          </p:cNvPr>
          <p:cNvSpPr>
            <a:spLocks/>
          </p:cNvSpPr>
          <p:nvPr/>
        </p:nvSpPr>
        <p:spPr>
          <a:xfrm>
            <a:off x="1549513" y="2675182"/>
            <a:ext cx="301383" cy="301626"/>
          </a:xfrm>
          <a:prstGeom prst="ellipse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3.1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4F73CBA-0C78-38D3-65B0-B510CD1C8F61}"/>
              </a:ext>
            </a:extLst>
          </p:cNvPr>
          <p:cNvCxnSpPr>
            <a:cxnSpLocks/>
            <a:stCxn id="29" idx="2"/>
            <a:endCxn id="28" idx="2"/>
          </p:cNvCxnSpPr>
          <p:nvPr/>
        </p:nvCxnSpPr>
        <p:spPr>
          <a:xfrm rot="16200000" flipH="1">
            <a:off x="6973641" y="1550451"/>
            <a:ext cx="397034" cy="3547507"/>
          </a:xfrm>
          <a:prstGeom prst="bentConnector2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C57CC8A-E4B7-4F38-8A77-AA5C1B0EDADA}"/>
              </a:ext>
            </a:extLst>
          </p:cNvPr>
          <p:cNvCxnSpPr>
            <a:cxnSpLocks/>
            <a:stCxn id="42" idx="1"/>
            <a:endCxn id="69" idx="6"/>
          </p:cNvCxnSpPr>
          <p:nvPr/>
        </p:nvCxnSpPr>
        <p:spPr>
          <a:xfrm flipH="1" flipV="1">
            <a:off x="1850895" y="4667573"/>
            <a:ext cx="6930223" cy="1"/>
          </a:xfrm>
          <a:prstGeom prst="straightConnector1">
            <a:avLst/>
          </a:prstGeom>
          <a:ln w="9525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007DA998-6D77-32C6-2D07-B3803603F218}"/>
              </a:ext>
            </a:extLst>
          </p:cNvPr>
          <p:cNvSpPr>
            <a:spLocks/>
          </p:cNvSpPr>
          <p:nvPr/>
        </p:nvSpPr>
        <p:spPr>
          <a:xfrm>
            <a:off x="1549512" y="4516760"/>
            <a:ext cx="301383" cy="301626"/>
          </a:xfrm>
          <a:prstGeom prst="ellipse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4.1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EEC2ED-11B3-FFC7-9B9A-15B4C34923D0}"/>
              </a:ext>
            </a:extLst>
          </p:cNvPr>
          <p:cNvSpPr txBox="1"/>
          <p:nvPr/>
        </p:nvSpPr>
        <p:spPr>
          <a:xfrm>
            <a:off x="8445448" y="4449501"/>
            <a:ext cx="4110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Fail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424B9E0-27A1-BD4E-D945-92807CDF54EB}"/>
              </a:ext>
            </a:extLst>
          </p:cNvPr>
          <p:cNvSpPr>
            <a:spLocks/>
          </p:cNvSpPr>
          <p:nvPr/>
        </p:nvSpPr>
        <p:spPr>
          <a:xfrm>
            <a:off x="1549512" y="5298081"/>
            <a:ext cx="301383" cy="301626"/>
          </a:xfrm>
          <a:prstGeom prst="ellipse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6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58F10C1F-EF44-BEC3-C7AF-C81CA2E08684}"/>
              </a:ext>
            </a:extLst>
          </p:cNvPr>
          <p:cNvCxnSpPr>
            <a:cxnSpLocks/>
            <a:stCxn id="84" idx="2"/>
            <a:endCxn id="75" idx="6"/>
          </p:cNvCxnSpPr>
          <p:nvPr/>
        </p:nvCxnSpPr>
        <p:spPr>
          <a:xfrm rot="10800000" flipV="1">
            <a:off x="1850896" y="5446962"/>
            <a:ext cx="7088239" cy="1932"/>
          </a:xfrm>
          <a:prstGeom prst="bentConnector3">
            <a:avLst>
              <a:gd name="adj1" fmla="val 50000"/>
            </a:avLst>
          </a:prstGeom>
          <a:ln w="95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C472E71-9F8F-6827-F3C4-ECB4244251E8}"/>
              </a:ext>
            </a:extLst>
          </p:cNvPr>
          <p:cNvSpPr txBox="1"/>
          <p:nvPr/>
        </p:nvSpPr>
        <p:spPr>
          <a:xfrm>
            <a:off x="9191396" y="4960892"/>
            <a:ext cx="7234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FA069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Success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0FA069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F7C911-56AD-BBA1-10D9-2E8AC18D549E}"/>
              </a:ext>
            </a:extLst>
          </p:cNvPr>
          <p:cNvSpPr txBox="1"/>
          <p:nvPr/>
        </p:nvSpPr>
        <p:spPr>
          <a:xfrm>
            <a:off x="2548489" y="5210362"/>
            <a:ext cx="18200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FA069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UM Authorization OK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0FA069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E0146E-8ACB-32E3-5EB1-D6B4EF12F2B5}"/>
              </a:ext>
            </a:extLst>
          </p:cNvPr>
          <p:cNvSpPr txBox="1"/>
          <p:nvPr/>
        </p:nvSpPr>
        <p:spPr>
          <a:xfrm>
            <a:off x="2159258" y="5424833"/>
            <a:ext cx="278009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Send User 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Authenticated Response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to Admin Console with 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Token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BCD1ABA-5D66-F92B-C69D-7ED0794A5083}"/>
              </a:ext>
            </a:extLst>
          </p:cNvPr>
          <p:cNvSpPr txBox="1"/>
          <p:nvPr/>
        </p:nvSpPr>
        <p:spPr>
          <a:xfrm>
            <a:off x="231648" y="268741"/>
            <a:ext cx="6964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 dirty="0">
                <a:solidFill>
                  <a:srgbClr val="000000"/>
                </a:solidFill>
                <a:latin typeface="HCLTech Roobert"/>
              </a:rPr>
              <a:t>Login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Authentication Using Active Directory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B5F11E6-3EAF-C577-1572-99456D87F225}"/>
              </a:ext>
            </a:extLst>
          </p:cNvPr>
          <p:cNvSpPr txBox="1"/>
          <p:nvPr/>
        </p:nvSpPr>
        <p:spPr>
          <a:xfrm>
            <a:off x="9176476" y="5314056"/>
            <a:ext cx="15850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Generate Login Ticket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59A2017-194D-C720-E848-DF0E047ABB48}"/>
              </a:ext>
            </a:extLst>
          </p:cNvPr>
          <p:cNvSpPr>
            <a:spLocks/>
          </p:cNvSpPr>
          <p:nvPr/>
        </p:nvSpPr>
        <p:spPr>
          <a:xfrm>
            <a:off x="8939134" y="5296149"/>
            <a:ext cx="301383" cy="301626"/>
          </a:xfrm>
          <a:prstGeom prst="ellipse">
            <a:avLst/>
          </a:prstGeom>
          <a:solidFill>
            <a:srgbClr val="1C0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numCol="1" rtlCol="0" anchor="ctr" anchorCtr="0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5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4F54CF3-C43F-9006-418D-140879E12905}"/>
              </a:ext>
            </a:extLst>
          </p:cNvPr>
          <p:cNvCxnSpPr>
            <a:cxnSpLocks/>
            <a:stCxn id="42" idx="2"/>
            <a:endCxn id="84" idx="0"/>
          </p:cNvCxnSpPr>
          <p:nvPr/>
        </p:nvCxnSpPr>
        <p:spPr>
          <a:xfrm flipH="1">
            <a:off x="9089826" y="4967266"/>
            <a:ext cx="6777" cy="328883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FCC9092-42D8-7233-253F-1D1702B81B6E}"/>
              </a:ext>
            </a:extLst>
          </p:cNvPr>
          <p:cNvSpPr txBox="1"/>
          <p:nvPr/>
        </p:nvSpPr>
        <p:spPr>
          <a:xfrm>
            <a:off x="2397802" y="2577044"/>
            <a:ext cx="20959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Authorization Failed – AD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A6FF13-53A5-484B-1126-3432C784A2F0}"/>
              </a:ext>
            </a:extLst>
          </p:cNvPr>
          <p:cNvSpPr txBox="1"/>
          <p:nvPr/>
        </p:nvSpPr>
        <p:spPr>
          <a:xfrm>
            <a:off x="2198370" y="4421352"/>
            <a:ext cx="27543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CLTech Roobert" panose="020B0504030202060203" pitchFamily="34" charset="0"/>
                <a:ea typeface="+mn-ea"/>
                <a:cs typeface="HCLTech Roobert" panose="020B0504030202060203" pitchFamily="34" charset="0"/>
              </a:rPr>
              <a:t>Authorization Failed – User Management</a:t>
            </a:r>
            <a:endParaRPr kumimoji="0" lang="en-IN" sz="105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CLTech Roobert" panose="020B0504030202060203" pitchFamily="34" charset="0"/>
              <a:ea typeface="+mn-ea"/>
              <a:cs typeface="HCLTech Roobert" panose="020B050403020206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7EA4E-54EF-1875-2A78-9F79629EA9E9}"/>
              </a:ext>
            </a:extLst>
          </p:cNvPr>
          <p:cNvSpPr txBox="1"/>
          <p:nvPr/>
        </p:nvSpPr>
        <p:spPr>
          <a:xfrm>
            <a:off x="9766660" y="264948"/>
            <a:ext cx="1989667" cy="400110"/>
          </a:xfrm>
          <a:prstGeom prst="rect">
            <a:avLst/>
          </a:prstGeom>
          <a:solidFill>
            <a:srgbClr val="0FA069"/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Recommended</a:t>
            </a:r>
          </a:p>
        </p:txBody>
      </p:sp>
    </p:spTree>
    <p:extLst>
      <p:ext uri="{BB962C8B-B14F-4D97-AF65-F5344CB8AC3E}">
        <p14:creationId xmlns:p14="http://schemas.microsoft.com/office/powerpoint/2010/main" val="150703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1D4D121-DF7A-B94C-3460-1FE8187FD65B}"/>
              </a:ext>
            </a:extLst>
          </p:cNvPr>
          <p:cNvSpPr/>
          <p:nvPr/>
        </p:nvSpPr>
        <p:spPr>
          <a:xfrm>
            <a:off x="341595" y="3777211"/>
            <a:ext cx="5186960" cy="1702603"/>
          </a:xfrm>
          <a:prstGeom prst="roundRect">
            <a:avLst/>
          </a:prstGeom>
          <a:solidFill>
            <a:srgbClr val="E3F3E9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IN" err="1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CF076D-59C1-3E45-DB67-A52CDF9D21A6}"/>
              </a:ext>
            </a:extLst>
          </p:cNvPr>
          <p:cNvGrpSpPr/>
          <p:nvPr/>
        </p:nvGrpSpPr>
        <p:grpSpPr>
          <a:xfrm>
            <a:off x="343774" y="753682"/>
            <a:ext cx="8722154" cy="1543121"/>
            <a:chOff x="438780" y="413924"/>
            <a:chExt cx="8722154" cy="154312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781D8A-D6AD-AA24-A528-079CB2C7F1D2}"/>
                </a:ext>
              </a:extLst>
            </p:cNvPr>
            <p:cNvGrpSpPr/>
            <p:nvPr/>
          </p:nvGrpSpPr>
          <p:grpSpPr>
            <a:xfrm>
              <a:off x="931654" y="921941"/>
              <a:ext cx="7608495" cy="717078"/>
              <a:chOff x="931654" y="921941"/>
              <a:chExt cx="7608495" cy="71707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062A8B7-1A28-9C69-E8A5-39905B156E1D}"/>
                  </a:ext>
                </a:extLst>
              </p:cNvPr>
              <p:cNvSpPr/>
              <p:nvPr/>
            </p:nvSpPr>
            <p:spPr>
              <a:xfrm>
                <a:off x="931654" y="948905"/>
                <a:ext cx="1328467" cy="690114"/>
              </a:xfrm>
              <a:prstGeom prst="rect">
                <a:avLst/>
              </a:prstGeom>
              <a:solidFill>
                <a:srgbClr val="D5E6FC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88000" tIns="252000" rIns="288000" bIns="288000" rtlCol="0" anchor="ctr" anchorCtr="0"/>
              <a:lstStyle/>
              <a:p>
                <a:pPr algn="ctr"/>
                <a:r>
                  <a:rPr lang="en-US" sz="1400" b="1">
                    <a:solidFill>
                      <a:schemeClr val="tx1"/>
                    </a:solidFill>
                  </a:rPr>
                  <a:t>PDM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:endParaRPr lang="en-IN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C50234D-986A-A73C-FA99-8FB1B5E3FAFC}"/>
                  </a:ext>
                </a:extLst>
              </p:cNvPr>
              <p:cNvSpPr/>
              <p:nvPr/>
            </p:nvSpPr>
            <p:spPr>
              <a:xfrm>
                <a:off x="4071668" y="948905"/>
                <a:ext cx="1551892" cy="690114"/>
              </a:xfrm>
              <a:prstGeom prst="rect">
                <a:avLst/>
              </a:prstGeom>
              <a:solidFill>
                <a:srgbClr val="E0F1E6"/>
              </a:solidFill>
              <a:ln>
                <a:solidFill>
                  <a:srgbClr val="9BE38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88000" tIns="252000" rIns="288000" bIns="288000" rtlCol="0" anchor="ctr" anchorCtr="0"/>
              <a:lstStyle/>
              <a:p>
                <a:pPr algn="ctr"/>
                <a:r>
                  <a:rPr lang="en-US" sz="1400" b="1">
                    <a:solidFill>
                      <a:schemeClr val="tx1"/>
                    </a:solidFill>
                  </a:rPr>
                  <a:t>SAP PI </a:t>
                </a:r>
                <a:r>
                  <a:rPr lang="en-US" sz="1200" b="1">
                    <a:solidFill>
                      <a:schemeClr val="tx1"/>
                    </a:solidFill>
                  </a:rPr>
                  <a:t>(Middleware)</a:t>
                </a:r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  <a:endParaRPr lang="en-IN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0B750A3-0A38-818B-A971-CD48BC914487}"/>
                  </a:ext>
                </a:extLst>
              </p:cNvPr>
              <p:cNvSpPr/>
              <p:nvPr/>
            </p:nvSpPr>
            <p:spPr>
              <a:xfrm>
                <a:off x="7211682" y="948905"/>
                <a:ext cx="1328467" cy="690114"/>
              </a:xfrm>
              <a:prstGeom prst="rect">
                <a:avLst/>
              </a:prstGeom>
              <a:solidFill>
                <a:srgbClr val="CECDF4"/>
              </a:solidFill>
              <a:ln>
                <a:solidFill>
                  <a:schemeClr val="bg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88000" tIns="252000" rIns="288000" bIns="288000" rtlCol="0" anchor="ctr" anchorCtr="0"/>
              <a:lstStyle/>
              <a:p>
                <a:pPr algn="ctr"/>
                <a:r>
                  <a:rPr lang="en-US" sz="1400" b="1">
                    <a:solidFill>
                      <a:schemeClr val="tx1"/>
                    </a:solidFill>
                  </a:rPr>
                  <a:t>ENOVIA</a:t>
                </a:r>
                <a:endParaRPr lang="en-IN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84119AA-8A8C-7D44-AE3F-E344AEEB35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0121" y="1109213"/>
                <a:ext cx="1811547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9C27B4E-4EAF-AE23-0D04-2C178B80B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3560" y="1109213"/>
                <a:ext cx="1588122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9C610F3-4F1A-B0EE-45C1-DC9FC40DFB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23560" y="1441450"/>
                <a:ext cx="1588122" cy="0"/>
              </a:xfrm>
              <a:prstGeom prst="straightConnector1">
                <a:avLst/>
              </a:prstGeom>
              <a:ln w="19050">
                <a:solidFill>
                  <a:schemeClr val="accent2">
                    <a:lumMod val="90000"/>
                  </a:schemeClr>
                </a:solidFill>
                <a:prstDash val="sysDash"/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F9F7B57-F0EC-DE22-183B-4C736A1D99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60121" y="1441450"/>
                <a:ext cx="1811547" cy="0"/>
              </a:xfrm>
              <a:prstGeom prst="straightConnector1">
                <a:avLst/>
              </a:prstGeom>
              <a:ln w="19050">
                <a:solidFill>
                  <a:schemeClr val="accent2">
                    <a:lumMod val="90000"/>
                  </a:schemeClr>
                </a:solidFill>
                <a:prstDash val="sysDash"/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2537D2-1CC2-2EFE-093D-966272FE4B20}"/>
                  </a:ext>
                </a:extLst>
              </p:cNvPr>
              <p:cNvSpPr txBox="1"/>
              <p:nvPr/>
            </p:nvSpPr>
            <p:spPr>
              <a:xfrm>
                <a:off x="2898994" y="921941"/>
                <a:ext cx="53380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100">
                    <a:solidFill>
                      <a:schemeClr val="tx1"/>
                    </a:solidFill>
                  </a:rPr>
                  <a:t>Request</a:t>
                </a:r>
                <a:endParaRPr lang="en-IN" sz="11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3D65EA-48EF-571A-F37B-C987D8EA44E6}"/>
                  </a:ext>
                </a:extLst>
              </p:cNvPr>
              <p:cNvSpPr txBox="1"/>
              <p:nvPr/>
            </p:nvSpPr>
            <p:spPr>
              <a:xfrm>
                <a:off x="6087098" y="926694"/>
                <a:ext cx="53380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100">
                    <a:solidFill>
                      <a:schemeClr val="tx1"/>
                    </a:solidFill>
                  </a:rPr>
                  <a:t>Request</a:t>
                </a:r>
                <a:endParaRPr lang="en-IN" sz="11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83583B-7394-3B5C-DC48-FB6838E525BC}"/>
                  </a:ext>
                </a:extLst>
              </p:cNvPr>
              <p:cNvSpPr txBox="1"/>
              <p:nvPr/>
            </p:nvSpPr>
            <p:spPr>
              <a:xfrm>
                <a:off x="6039007" y="1261483"/>
                <a:ext cx="62998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100">
                    <a:solidFill>
                      <a:schemeClr val="tx1"/>
                    </a:solidFill>
                  </a:rPr>
                  <a:t>Response</a:t>
                </a:r>
                <a:endParaRPr lang="en-IN" sz="11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CE14B8-43BB-059D-A3D1-DAB19DD07CE7}"/>
                  </a:ext>
                </a:extLst>
              </p:cNvPr>
              <p:cNvSpPr txBox="1"/>
              <p:nvPr/>
            </p:nvSpPr>
            <p:spPr>
              <a:xfrm>
                <a:off x="2898994" y="1257121"/>
                <a:ext cx="62998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100">
                    <a:solidFill>
                      <a:schemeClr val="tx1"/>
                    </a:solidFill>
                  </a:rPr>
                  <a:t>Response</a:t>
                </a:r>
                <a:endParaRPr lang="en-IN" sz="1100" err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0924917-C3C6-DAFF-3C0D-22A3DF4DFFE5}"/>
                </a:ext>
              </a:extLst>
            </p:cNvPr>
            <p:cNvSpPr txBox="1"/>
            <p:nvPr/>
          </p:nvSpPr>
          <p:spPr>
            <a:xfrm>
              <a:off x="1000664" y="1683387"/>
              <a:ext cx="125945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000" dirty="0">
                  <a:solidFill>
                    <a:schemeClr val="tx1"/>
                  </a:solidFill>
                </a:rPr>
                <a:t>1. Part Create Action</a:t>
              </a:r>
              <a:endParaRPr lang="en-IN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98245D-CD4B-BB9E-B2D1-C586ABC94F87}"/>
                </a:ext>
              </a:extLst>
            </p:cNvPr>
            <p:cNvSpPr txBox="1"/>
            <p:nvPr/>
          </p:nvSpPr>
          <p:spPr>
            <a:xfrm>
              <a:off x="4155918" y="1683387"/>
              <a:ext cx="158812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000" dirty="0">
                  <a:solidFill>
                    <a:schemeClr val="tx1"/>
                  </a:solidFill>
                </a:rPr>
                <a:t>2. Forward Req to Enovia </a:t>
              </a:r>
              <a:endParaRPr lang="en-IN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0622C0-14C3-6D30-1ACF-99003EAA42D0}"/>
                </a:ext>
              </a:extLst>
            </p:cNvPr>
            <p:cNvSpPr txBox="1"/>
            <p:nvPr/>
          </p:nvSpPr>
          <p:spPr>
            <a:xfrm>
              <a:off x="6922757" y="1683390"/>
              <a:ext cx="2033918" cy="1538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000">
                  <a:solidFill>
                    <a:schemeClr val="tx1"/>
                  </a:solidFill>
                </a:rPr>
                <a:t>3. Process, Validate &amp; Create Part</a:t>
              </a:r>
              <a:endParaRPr lang="en-IN" sz="1000" err="1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57178BB-94E8-4A96-A704-BDCAFEFDF488}"/>
                </a:ext>
              </a:extLst>
            </p:cNvPr>
            <p:cNvSpPr/>
            <p:nvPr/>
          </p:nvSpPr>
          <p:spPr>
            <a:xfrm>
              <a:off x="438780" y="533400"/>
              <a:ext cx="8722154" cy="1423645"/>
            </a:xfrm>
            <a:prstGeom prst="round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Ins="288000" bIns="288000" rtlCol="0" anchor="t" anchorCtr="0"/>
            <a:lstStyle/>
            <a:p>
              <a:pPr algn="l"/>
              <a:endParaRPr lang="en-IN" err="1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CC0E022-D746-3020-1126-FCE891030594}"/>
                </a:ext>
              </a:extLst>
            </p:cNvPr>
            <p:cNvSpPr/>
            <p:nvPr/>
          </p:nvSpPr>
          <p:spPr>
            <a:xfrm>
              <a:off x="776216" y="413924"/>
              <a:ext cx="2073661" cy="229630"/>
            </a:xfrm>
            <a:prstGeom prst="roundRect">
              <a:avLst/>
            </a:prstGeom>
            <a:solidFill>
              <a:srgbClr val="0641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Ins="288000" bIns="288000" rtlCol="0" anchor="ctr" anchorCtr="0"/>
            <a:lstStyle/>
            <a:p>
              <a:pPr algn="ctr"/>
              <a:r>
                <a:rPr lang="en-US" sz="1100" b="1">
                  <a:solidFill>
                    <a:schemeClr val="bg1"/>
                  </a:solidFill>
                </a:rPr>
                <a:t>Integration Flow</a:t>
              </a:r>
              <a:endParaRPr lang="en-IN" sz="1100" b="1" err="1">
                <a:solidFill>
                  <a:schemeClr val="bg1"/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846879E-1CD1-976C-43DB-BE1B709A3EAE}"/>
              </a:ext>
            </a:extLst>
          </p:cNvPr>
          <p:cNvSpPr/>
          <p:nvPr/>
        </p:nvSpPr>
        <p:spPr>
          <a:xfrm>
            <a:off x="2453020" y="2650350"/>
            <a:ext cx="2316519" cy="6716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ctr" anchorCtr="0"/>
          <a:lstStyle/>
          <a:p>
            <a:pPr marL="228600" indent="-228600" algn="l">
              <a:buAutoNum type="arabicPeriod"/>
            </a:pPr>
            <a:r>
              <a:rPr lang="en-US" sz="900" dirty="0">
                <a:solidFill>
                  <a:schemeClr val="tx1"/>
                </a:solidFill>
              </a:rPr>
              <a:t>REQUEST_INIT</a:t>
            </a:r>
          </a:p>
          <a:p>
            <a:pPr marL="228600" indent="-228600" algn="l">
              <a:buFont typeface="+mj-lt"/>
              <a:buAutoNum type="arabicPeriod" startAt="4"/>
            </a:pPr>
            <a:r>
              <a:rPr lang="en-US" sz="900" dirty="0">
                <a:solidFill>
                  <a:schemeClr val="tx1"/>
                </a:solidFill>
              </a:rPr>
              <a:t>RESPONSE_RECEVED_AT_PDM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E4319F-0A91-87C4-304A-6AB347BB6FE8}"/>
              </a:ext>
            </a:extLst>
          </p:cNvPr>
          <p:cNvSpPr/>
          <p:nvPr/>
        </p:nvSpPr>
        <p:spPr>
          <a:xfrm>
            <a:off x="4955087" y="2675985"/>
            <a:ext cx="2234880" cy="67164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ctr" anchorCtr="0"/>
          <a:lstStyle/>
          <a:p>
            <a:r>
              <a:rPr lang="en-US" sz="900" dirty="0">
                <a:solidFill>
                  <a:schemeClr val="tx1"/>
                </a:solidFill>
              </a:rPr>
              <a:t>2.     ENOVIA_REQUEST_RECEIVED</a:t>
            </a:r>
          </a:p>
          <a:p>
            <a:pPr marL="228600" indent="-228600">
              <a:buAutoNum type="arabicPeriod" startAt="3"/>
            </a:pPr>
            <a:r>
              <a:rPr lang="en-US" sz="900" dirty="0">
                <a:solidFill>
                  <a:schemeClr val="tx1"/>
                </a:solidFill>
              </a:rPr>
              <a:t>ENOVIA_REPONSE_SENT</a:t>
            </a:r>
            <a:endParaRPr lang="en-IN" sz="9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412BC8-7781-2DB8-BA3D-F4BCD23FE8C6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2066388" y="2036501"/>
            <a:ext cx="1544892" cy="613849"/>
          </a:xfrm>
          <a:prstGeom prst="straightConnector1">
            <a:avLst/>
          </a:prstGeom>
          <a:ln w="19050">
            <a:solidFill>
              <a:srgbClr val="FFCD4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A6576C5-45E7-B2F9-D20B-45B7943E4718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6072527" y="2036501"/>
            <a:ext cx="1640606" cy="639484"/>
          </a:xfrm>
          <a:prstGeom prst="straightConnector1">
            <a:avLst/>
          </a:prstGeom>
          <a:ln w="19050">
            <a:solidFill>
              <a:srgbClr val="FFCD4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Rectangle: Rounded Corners 3075">
            <a:extLst>
              <a:ext uri="{FF2B5EF4-FFF2-40B4-BE49-F238E27FC236}">
                <a16:creationId xmlns:a16="http://schemas.microsoft.com/office/drawing/2014/main" id="{79B995B8-0139-18B8-3156-671EE62C0FDF}"/>
              </a:ext>
            </a:extLst>
          </p:cNvPr>
          <p:cNvSpPr/>
          <p:nvPr/>
        </p:nvSpPr>
        <p:spPr>
          <a:xfrm>
            <a:off x="341596" y="2509769"/>
            <a:ext cx="8722154" cy="995779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IN" err="1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C5F7B0-2B5C-F695-CB61-C41E152CAB92}"/>
              </a:ext>
            </a:extLst>
          </p:cNvPr>
          <p:cNvGrpSpPr/>
          <p:nvPr/>
        </p:nvGrpSpPr>
        <p:grpSpPr>
          <a:xfrm>
            <a:off x="676258" y="3980166"/>
            <a:ext cx="2093022" cy="1380172"/>
            <a:chOff x="810883" y="4225175"/>
            <a:chExt cx="2093022" cy="1380172"/>
          </a:xfrm>
        </p:grpSpPr>
        <p:sp>
          <p:nvSpPr>
            <p:cNvPr id="3077" name="Rectangle: Rounded Corners 3076">
              <a:extLst>
                <a:ext uri="{FF2B5EF4-FFF2-40B4-BE49-F238E27FC236}">
                  <a16:creationId xmlns:a16="http://schemas.microsoft.com/office/drawing/2014/main" id="{5C3DCFFC-03B1-D115-E0CF-0655FFDC0831}"/>
                </a:ext>
              </a:extLst>
            </p:cNvPr>
            <p:cNvSpPr/>
            <p:nvPr/>
          </p:nvSpPr>
          <p:spPr>
            <a:xfrm>
              <a:off x="810883" y="4225175"/>
              <a:ext cx="2093022" cy="1380172"/>
            </a:xfrm>
            <a:prstGeom prst="roundRect">
              <a:avLst/>
            </a:prstGeom>
            <a:solidFill>
              <a:srgbClr val="F2FAED"/>
            </a:solidFill>
            <a:ln>
              <a:solidFill>
                <a:srgbClr val="BEEB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050" b="1">
                  <a:solidFill>
                    <a:schemeClr val="tx1"/>
                  </a:solidFill>
                </a:rPr>
                <a:t>Spring Boot API Layer</a:t>
              </a:r>
            </a:p>
            <a:p>
              <a:pPr algn="ctr"/>
              <a:endParaRPr lang="en-US" sz="1050" b="1">
                <a:solidFill>
                  <a:schemeClr val="tx1"/>
                </a:solidFill>
              </a:endParaRPr>
            </a:p>
            <a:p>
              <a:pPr algn="ctr"/>
              <a:endParaRPr lang="en-US" sz="1050" b="1">
                <a:solidFill>
                  <a:schemeClr val="tx1"/>
                </a:solidFill>
              </a:endParaRPr>
            </a:p>
            <a:p>
              <a:pPr algn="ctr"/>
              <a:endParaRPr lang="en-US" sz="1050" b="1">
                <a:solidFill>
                  <a:schemeClr val="tx1"/>
                </a:solidFill>
              </a:endParaRPr>
            </a:p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Non-Blocking API Endpoints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B05416-9940-06EC-F64E-58A59DC96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5886" y="4507637"/>
              <a:ext cx="483120" cy="389613"/>
            </a:xfrm>
            <a:prstGeom prst="rect">
              <a:avLst/>
            </a:prstGeom>
          </p:spPr>
        </p:pic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AC49A3E-558C-690A-09A0-29AC007BD5E6}"/>
                </a:ext>
              </a:extLst>
            </p:cNvPr>
            <p:cNvSpPr/>
            <p:nvPr/>
          </p:nvSpPr>
          <p:spPr>
            <a:xfrm>
              <a:off x="931653" y="5204724"/>
              <a:ext cx="1842027" cy="243576"/>
            </a:xfrm>
            <a:prstGeom prst="roundRect">
              <a:avLst/>
            </a:prstGeom>
            <a:solidFill>
              <a:srgbClr val="BEEBB4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POST /api/transaction/status</a:t>
              </a:r>
              <a:endParaRPr lang="en-IN" sz="8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9F83FBD-73E5-0EAF-F555-B1C02094A6F1}"/>
              </a:ext>
            </a:extLst>
          </p:cNvPr>
          <p:cNvGrpSpPr/>
          <p:nvPr/>
        </p:nvGrpSpPr>
        <p:grpSpPr>
          <a:xfrm>
            <a:off x="3118978" y="3999406"/>
            <a:ext cx="2120907" cy="1380172"/>
            <a:chOff x="7568306" y="4385728"/>
            <a:chExt cx="2120907" cy="138017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7ECD6221-FEFE-1891-0F87-375E71A3CB28}"/>
                </a:ext>
              </a:extLst>
            </p:cNvPr>
            <p:cNvSpPr/>
            <p:nvPr/>
          </p:nvSpPr>
          <p:spPr>
            <a:xfrm>
              <a:off x="7568306" y="4385728"/>
              <a:ext cx="2120907" cy="1380172"/>
            </a:xfrm>
            <a:prstGeom prst="roundRect">
              <a:avLst/>
            </a:prstGeom>
            <a:solidFill>
              <a:srgbClr val="F0EFFD"/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050" b="1">
                  <a:solidFill>
                    <a:schemeClr val="tx1"/>
                  </a:solidFill>
                </a:rPr>
                <a:t>PostgreSQL DB</a:t>
              </a:r>
            </a:p>
            <a:p>
              <a:pPr algn="ctr"/>
              <a:endParaRPr lang="en-US" sz="1050" b="1">
                <a:solidFill>
                  <a:schemeClr val="tx1"/>
                </a:solidFill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B2EC582-AAC3-C2FC-9D40-62C86AF47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98862" y="4655961"/>
              <a:ext cx="361393" cy="328539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5507398-8486-385A-3856-55D236E20FE8}"/>
                </a:ext>
              </a:extLst>
            </p:cNvPr>
            <p:cNvSpPr/>
            <p:nvPr/>
          </p:nvSpPr>
          <p:spPr>
            <a:xfrm>
              <a:off x="7765485" y="5006141"/>
              <a:ext cx="1726546" cy="6855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Ins="0" bIns="0" rtlCol="0" anchor="ctr" anchorCtr="0"/>
            <a:lstStyle/>
            <a:p>
              <a:pPr algn="l"/>
              <a:r>
                <a:rPr lang="en-US" sz="1050" b="1">
                  <a:solidFill>
                    <a:schemeClr val="tx1"/>
                  </a:solidFill>
                </a:rPr>
                <a:t>Transactions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050">
                  <a:solidFill>
                    <a:schemeClr val="tx1"/>
                  </a:solidFill>
                </a:rPr>
                <a:t>transaction_id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050">
                  <a:solidFill>
                    <a:schemeClr val="tx1"/>
                  </a:solidFill>
                </a:rPr>
                <a:t>part_number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050">
                  <a:solidFill>
                    <a:schemeClr val="tx1"/>
                  </a:solidFill>
                </a:rPr>
                <a:t>status</a:t>
              </a:r>
              <a:endParaRPr lang="en-IN" sz="1050">
                <a:solidFill>
                  <a:schemeClr val="tx1"/>
                </a:solidFill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6134085-EBF1-8925-2259-321ABD2D6DB4}"/>
              </a:ext>
            </a:extLst>
          </p:cNvPr>
          <p:cNvCxnSpPr>
            <a:cxnSpLocks/>
            <a:stCxn id="3077" idx="3"/>
          </p:cNvCxnSpPr>
          <p:nvPr/>
        </p:nvCxnSpPr>
        <p:spPr>
          <a:xfrm flipV="1">
            <a:off x="2769280" y="4664880"/>
            <a:ext cx="296238" cy="5372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B267E8A-6AF4-C3EB-FE81-B2067C4DD6C3}"/>
              </a:ext>
            </a:extLst>
          </p:cNvPr>
          <p:cNvSpPr/>
          <p:nvPr/>
        </p:nvSpPr>
        <p:spPr>
          <a:xfrm>
            <a:off x="676258" y="3653763"/>
            <a:ext cx="2356586" cy="216288"/>
          </a:xfrm>
          <a:prstGeom prst="roundRect">
            <a:avLst/>
          </a:prstGeom>
          <a:solidFill>
            <a:srgbClr val="0A7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ctr" anchorCtr="0"/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Central Logging Service </a:t>
            </a:r>
            <a:endParaRPr lang="en-IN" sz="1100" b="1" err="1">
              <a:solidFill>
                <a:schemeClr val="bg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7A8D69A-4926-D006-46EF-22C462DD3F1A}"/>
              </a:ext>
            </a:extLst>
          </p:cNvPr>
          <p:cNvCxnSpPr>
            <a:cxnSpLocks/>
            <a:stCxn id="3076" idx="2"/>
          </p:cNvCxnSpPr>
          <p:nvPr/>
        </p:nvCxnSpPr>
        <p:spPr>
          <a:xfrm>
            <a:off x="4702673" y="3505548"/>
            <a:ext cx="0" cy="266291"/>
          </a:xfrm>
          <a:prstGeom prst="straightConnector1">
            <a:avLst/>
          </a:prstGeom>
          <a:ln w="19050">
            <a:solidFill>
              <a:srgbClr val="FFCD4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System Architecture Diagram &#10;Option 1 - Central Logging Service (REST + Async) &#10;Integration Flow &#10;Key Benefits &#10;PDM (SolidWorks) &#10;SAP PI (Middleware) &#10;ENOVIA &#10;Response &#10;Non-Blocking &#10;Logging does not impact &#10;1. Part Creation Action &#10;Response &#10;2. Forward Request to Enovia &#10;3. Process, Validate &amp; Create Part &#10;main integration flow &#10;- &#10;Send Transaction Events &#10;Loose Coupling &#10;(REST API Calls) &#10;Each system calls logging &#10;service independently &#10;REQUEST_INIT &#10;· ENOVIA_REQUEST_SENT &#10;· ENOVIA_REQUEST_RECEIVED &#10;RESPONSE_RECEIVED_AT_PDM &#10;· RESPONSE_RECEIVED_AT_PDM &#10;· ENOVIA_VALIDATION_FAILED &#10;· ENOVIA_PART_CREATED &#10;High Performance &#10;· ENOVIA_RESPONSE_SENT &#10;In-Memory Queue + &#10;Batch Processing &#10;Central Logging Service &#10;Reliable &#10;In-Memory Queue &#10;Retry Mechanism &amp; &#10;REST API Layer &#10;Async Processor &#10;PostgreSQL Database &#10;Centralized Audit Trail &#10;&lt;/&gt; &#10;HH &#10;Real-time Visibility &#10;Fast &amp; Non-Blocking &#10;Admin Console shows &#10;API Endpoints &#10;Buffers Incoming Events &#10;Scheduled Workers &#10;Process &amp; Persist Events &#10;transactions &#10;transaction_history &#10;(Bounded Queue) &#10;Async &#10;live status &amp; history &#10;DB Writes &#10;· transaction_id (PK) &#10;· id (PK) &#10;POST /api/transactions/{txld)/status &#10;Batch Processing &#10;. part_number &#10;· transaction_id (FK) &#10;· current_status &#10;· status &#10;· source_system &#10;· message &#10;GET /api/transactions/{txld) &#10;Retry &amp; Error Handling &#10;· created_at &#10;· payload (JSONB) &#10;updated_at &#10;· timestamp &#10;Status Flow Examples &#10;1 &#10;REQUEST_INIT (PDM) &#10;Query Data &#10;2 ENOVIA_REQUEST_SENT (SAP PI) &#10;Admin Console Application &#10;3 ENOVIA_REQUEST_RECEIVED (Enovia) &#10;4 &#10;ENOVIA_VALIDATION_FAILED / &#10;Total &#10;Success &#10;Failed &#10;In Progress &#10;Admin Console Backend APIs &#10;ENOVIA_PART_CREATED (Enovia) &#10;1.200 &#10;980 &#10;120 &#10;100 &#10;. GET /transactions &#10;5 ENOVIA_RESPONSE_SENT (Enovia) &#10;· GET /transactions/{txld} &#10;6 &#10;RESPONSE_RECEIVED_AT_PDM &#10;· GET /transactions/{txld}/history &#10;(SAP PI/PDM) &#10;· GET /health &#10;Search, Track &amp; Analyze Transactions ">
            <a:extLst>
              <a:ext uri="{FF2B5EF4-FFF2-40B4-BE49-F238E27FC236}">
                <a16:creationId xmlns:a16="http://schemas.microsoft.com/office/drawing/2014/main" id="{00BCA5E0-6190-9DF4-C1A0-8C2B12BF1C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1" t="75174" r="40722"/>
          <a:stretch>
            <a:fillRect/>
          </a:stretch>
        </p:blipFill>
        <p:spPr bwMode="auto">
          <a:xfrm>
            <a:off x="7064705" y="3822758"/>
            <a:ext cx="4716030" cy="14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: Rounded Corners 3077">
            <a:extLst>
              <a:ext uri="{FF2B5EF4-FFF2-40B4-BE49-F238E27FC236}">
                <a16:creationId xmlns:a16="http://schemas.microsoft.com/office/drawing/2014/main" id="{923C30C6-33B4-991C-2630-9F5403F5A7EA}"/>
              </a:ext>
            </a:extLst>
          </p:cNvPr>
          <p:cNvSpPr/>
          <p:nvPr/>
        </p:nvSpPr>
        <p:spPr>
          <a:xfrm>
            <a:off x="414751" y="2394952"/>
            <a:ext cx="1709546" cy="761629"/>
          </a:xfrm>
          <a:prstGeom prst="roundRect">
            <a:avLst/>
          </a:prstGeom>
          <a:solidFill>
            <a:srgbClr val="0641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ctr" anchorCtr="0"/>
          <a:lstStyle/>
          <a:p>
            <a:r>
              <a:rPr lang="en-US" sz="1100" dirty="0"/>
              <a:t>Send Transaction Events (API Call : </a:t>
            </a:r>
            <a:r>
              <a:rPr lang="en-IN" sz="1100" dirty="0"/>
              <a:t>fire-and-forget</a:t>
            </a:r>
            <a:r>
              <a:rPr lang="en-US" sz="1100" dirty="0"/>
              <a:t>) </a:t>
            </a:r>
            <a:endParaRPr lang="en-IN" sz="11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410344-C150-33FA-6C90-D3F25F05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87" y="238088"/>
            <a:ext cx="6631445" cy="261610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</a:rPr>
              <a:t>Admin Console System Desing &amp; Integration Windchill</a:t>
            </a:r>
            <a:endParaRPr lang="en-IN" sz="2000" dirty="0">
              <a:solidFill>
                <a:srgbClr val="00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F2FC15-C739-1D92-12D9-8689DF9BBF4E}"/>
              </a:ext>
            </a:extLst>
          </p:cNvPr>
          <p:cNvSpPr/>
          <p:nvPr/>
        </p:nvSpPr>
        <p:spPr>
          <a:xfrm>
            <a:off x="8626178" y="3597196"/>
            <a:ext cx="1168393" cy="3264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IN" dirty="0" err="1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7FB5B6-C847-93D7-49CD-33AA06565F9D}"/>
              </a:ext>
            </a:extLst>
          </p:cNvPr>
          <p:cNvCxnSpPr>
            <a:cxnSpLocks/>
          </p:cNvCxnSpPr>
          <p:nvPr/>
        </p:nvCxnSpPr>
        <p:spPr>
          <a:xfrm>
            <a:off x="5239885" y="4551097"/>
            <a:ext cx="1999115" cy="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0F27EF1-0471-9C32-775B-B0AFF81B08A0}"/>
              </a:ext>
            </a:extLst>
          </p:cNvPr>
          <p:cNvSpPr txBox="1"/>
          <p:nvPr/>
        </p:nvSpPr>
        <p:spPr>
          <a:xfrm>
            <a:off x="9204648" y="2084255"/>
            <a:ext cx="193946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dirty="0">
                <a:latin typeface="+mn-lt"/>
              </a:rPr>
              <a:t>API Auth: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dirty="0">
                <a:latin typeface="+mn-lt"/>
              </a:rPr>
              <a:t>Static API Key (</a:t>
            </a:r>
            <a:r>
              <a:rPr lang="en-US" sz="1100" kern="1200" dirty="0">
                <a:latin typeface="+mn-lt"/>
                <a:ea typeface="+mn-ea"/>
                <a:cs typeface="+mn-cs"/>
              </a:rPr>
              <a:t>Base64 Encrypted</a:t>
            </a:r>
            <a:r>
              <a:rPr lang="en-IN" sz="1100" dirty="0">
                <a:latin typeface="+mn-lt"/>
              </a:rPr>
              <a:t>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E9BCDE-D794-6147-9491-714AE73238A8}"/>
              </a:ext>
            </a:extLst>
          </p:cNvPr>
          <p:cNvSpPr txBox="1"/>
          <p:nvPr/>
        </p:nvSpPr>
        <p:spPr>
          <a:xfrm>
            <a:off x="5973259" y="4619819"/>
            <a:ext cx="19394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dirty="0">
                <a:latin typeface="+mn-lt"/>
              </a:rPr>
              <a:t>API Auth: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+mn-lt"/>
              </a:rPr>
              <a:t>JWT</a:t>
            </a:r>
            <a:endParaRPr lang="en-IN" sz="1100" dirty="0">
              <a:latin typeface="+mn-lt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C81069B-E50C-2859-D77D-394D51AC085D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891867" y="2365524"/>
            <a:ext cx="2312781" cy="18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F1037D1-B248-83CD-65ED-E664AD5060F0}"/>
              </a:ext>
            </a:extLst>
          </p:cNvPr>
          <p:cNvCxnSpPr>
            <a:cxnSpLocks/>
          </p:cNvCxnSpPr>
          <p:nvPr/>
        </p:nvCxnSpPr>
        <p:spPr>
          <a:xfrm flipH="1" flipV="1">
            <a:off x="3200400" y="2416279"/>
            <a:ext cx="6002070" cy="89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38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E33E-55B1-C845-501A-38D9F401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2A06C30-27BF-E09D-058C-F1D62896A4F8}"/>
              </a:ext>
            </a:extLst>
          </p:cNvPr>
          <p:cNvSpPr/>
          <p:nvPr/>
        </p:nvSpPr>
        <p:spPr>
          <a:xfrm>
            <a:off x="712277" y="4107968"/>
            <a:ext cx="5186960" cy="1702603"/>
          </a:xfrm>
          <a:prstGeom prst="roundRect">
            <a:avLst/>
          </a:prstGeom>
          <a:solidFill>
            <a:srgbClr val="E3F3E9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IN" err="1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9DC3B1-3032-A9DF-59E7-5002867B895D}"/>
              </a:ext>
            </a:extLst>
          </p:cNvPr>
          <p:cNvGrpSpPr/>
          <p:nvPr/>
        </p:nvGrpSpPr>
        <p:grpSpPr>
          <a:xfrm>
            <a:off x="3065518" y="1189064"/>
            <a:ext cx="7608495" cy="717078"/>
            <a:chOff x="931654" y="921941"/>
            <a:chExt cx="7608495" cy="71707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202255-2457-9784-A594-DBAAA1A65E60}"/>
                </a:ext>
              </a:extLst>
            </p:cNvPr>
            <p:cNvSpPr/>
            <p:nvPr/>
          </p:nvSpPr>
          <p:spPr>
            <a:xfrm>
              <a:off x="931654" y="948905"/>
              <a:ext cx="1328467" cy="690114"/>
            </a:xfrm>
            <a:prstGeom prst="rect">
              <a:avLst/>
            </a:prstGeom>
            <a:solidFill>
              <a:srgbClr val="D5E6FC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Ins="288000" bIns="288000" rtlCol="0" anchor="ctr" anchorCtr="0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PDM (Middleware)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EF9EEB-4AB5-18D3-6B2D-EAA390B60F37}"/>
                </a:ext>
              </a:extLst>
            </p:cNvPr>
            <p:cNvSpPr/>
            <p:nvPr/>
          </p:nvSpPr>
          <p:spPr>
            <a:xfrm>
              <a:off x="4071668" y="948905"/>
              <a:ext cx="1551892" cy="690114"/>
            </a:xfrm>
            <a:prstGeom prst="rect">
              <a:avLst/>
            </a:prstGeom>
            <a:solidFill>
              <a:srgbClr val="E0F1E6"/>
            </a:solidFill>
            <a:ln>
              <a:solidFill>
                <a:srgbClr val="9BE3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Ins="288000" bIns="288000" rtlCol="0" anchor="ctr" anchorCtr="0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</a:rPr>
                <a:t>SAP PI </a:t>
              </a:r>
              <a:r>
                <a:rPr lang="en-US" sz="1200" b="1">
                  <a:solidFill>
                    <a:schemeClr val="tx1"/>
                  </a:solidFill>
                </a:rPr>
                <a:t>(Middleware)</a:t>
              </a:r>
              <a:r>
                <a:rPr lang="en-US" sz="1600">
                  <a:solidFill>
                    <a:schemeClr val="tx1"/>
                  </a:solidFill>
                </a:rPr>
                <a:t> </a:t>
              </a:r>
              <a:endParaRPr lang="en-IN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652FAA-2938-EF65-8D8C-3948F535A2D8}"/>
                </a:ext>
              </a:extLst>
            </p:cNvPr>
            <p:cNvSpPr/>
            <p:nvPr/>
          </p:nvSpPr>
          <p:spPr>
            <a:xfrm>
              <a:off x="7211682" y="948905"/>
              <a:ext cx="1328467" cy="690114"/>
            </a:xfrm>
            <a:prstGeom prst="rect">
              <a:avLst/>
            </a:prstGeom>
            <a:solidFill>
              <a:srgbClr val="CECDF4"/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Ins="288000" bIns="288000" rtlCol="0" anchor="ctr" anchorCtr="0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</a:rPr>
                <a:t>ENOVIA</a:t>
              </a:r>
              <a:endParaRPr lang="en-IN" err="1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3D28306-D73E-8516-7395-B099390F3083}"/>
                </a:ext>
              </a:extLst>
            </p:cNvPr>
            <p:cNvCxnSpPr>
              <a:cxnSpLocks/>
            </p:cNvCxnSpPr>
            <p:nvPr/>
          </p:nvCxnSpPr>
          <p:spPr>
            <a:xfrm>
              <a:off x="2260121" y="1109213"/>
              <a:ext cx="181154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35E6595-F2B3-2556-D1A6-E153210C53BD}"/>
                </a:ext>
              </a:extLst>
            </p:cNvPr>
            <p:cNvCxnSpPr>
              <a:cxnSpLocks/>
            </p:cNvCxnSpPr>
            <p:nvPr/>
          </p:nvCxnSpPr>
          <p:spPr>
            <a:xfrm>
              <a:off x="5623560" y="1109213"/>
              <a:ext cx="1588122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8AAA8CE-F4C5-F63A-0A04-87F416AF1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3560" y="1441450"/>
              <a:ext cx="1588122" cy="0"/>
            </a:xfrm>
            <a:prstGeom prst="straightConnector1">
              <a:avLst/>
            </a:prstGeom>
            <a:ln w="19050">
              <a:solidFill>
                <a:schemeClr val="accent2">
                  <a:lumMod val="90000"/>
                </a:schemeClr>
              </a:solidFill>
              <a:prstDash val="sysDash"/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3BBEBB2-2B8F-88E2-DBFC-DD788DC6F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0121" y="1441450"/>
              <a:ext cx="1811547" cy="0"/>
            </a:xfrm>
            <a:prstGeom prst="straightConnector1">
              <a:avLst/>
            </a:prstGeom>
            <a:ln w="19050">
              <a:solidFill>
                <a:schemeClr val="accent2">
                  <a:lumMod val="90000"/>
                </a:schemeClr>
              </a:solidFill>
              <a:prstDash val="sysDash"/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56D591-B0E3-5AC1-E9C4-8BD5C4EA639C}"/>
                </a:ext>
              </a:extLst>
            </p:cNvPr>
            <p:cNvSpPr txBox="1"/>
            <p:nvPr/>
          </p:nvSpPr>
          <p:spPr>
            <a:xfrm>
              <a:off x="2898994" y="921941"/>
              <a:ext cx="533800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100" dirty="0">
                  <a:solidFill>
                    <a:schemeClr val="tx1"/>
                  </a:solidFill>
                </a:rPr>
                <a:t>Request</a:t>
              </a:r>
              <a:endParaRPr lang="en-IN" sz="11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6D4943-FFDE-682A-4D7B-273986E7C8D7}"/>
                </a:ext>
              </a:extLst>
            </p:cNvPr>
            <p:cNvSpPr txBox="1"/>
            <p:nvPr/>
          </p:nvSpPr>
          <p:spPr>
            <a:xfrm>
              <a:off x="6087098" y="926694"/>
              <a:ext cx="533800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100">
                  <a:solidFill>
                    <a:schemeClr val="tx1"/>
                  </a:solidFill>
                </a:rPr>
                <a:t>Request</a:t>
              </a:r>
              <a:endParaRPr lang="en-IN" sz="1100" err="1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56DDAC-8444-DA3D-CC8B-8539EE4BC6A5}"/>
                </a:ext>
              </a:extLst>
            </p:cNvPr>
            <p:cNvSpPr txBox="1"/>
            <p:nvPr/>
          </p:nvSpPr>
          <p:spPr>
            <a:xfrm>
              <a:off x="6039007" y="1261483"/>
              <a:ext cx="629981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100">
                  <a:solidFill>
                    <a:schemeClr val="tx1"/>
                  </a:solidFill>
                </a:rPr>
                <a:t>Response</a:t>
              </a:r>
              <a:endParaRPr lang="en-IN" sz="1100" err="1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397D43-AF74-CF87-AA4F-8C386841DFEE}"/>
                </a:ext>
              </a:extLst>
            </p:cNvPr>
            <p:cNvSpPr txBox="1"/>
            <p:nvPr/>
          </p:nvSpPr>
          <p:spPr>
            <a:xfrm>
              <a:off x="2898994" y="1257121"/>
              <a:ext cx="629981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100">
                  <a:solidFill>
                    <a:schemeClr val="tx1"/>
                  </a:solidFill>
                </a:rPr>
                <a:t>Response</a:t>
              </a:r>
              <a:endParaRPr lang="en-IN" sz="1100" err="1">
                <a:solidFill>
                  <a:schemeClr val="tx1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B9B01D-5441-B60B-C8C4-2E42979F9EC5}"/>
              </a:ext>
            </a:extLst>
          </p:cNvPr>
          <p:cNvSpPr txBox="1"/>
          <p:nvPr/>
        </p:nvSpPr>
        <p:spPr>
          <a:xfrm>
            <a:off x="905658" y="2023145"/>
            <a:ext cx="1259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</a:rPr>
              <a:t>1. Part Create Action</a:t>
            </a:r>
            <a:endParaRPr lang="en-IN" sz="1000" err="1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4B25DA-2560-C63F-3FED-F932CA0C85EA}"/>
              </a:ext>
            </a:extLst>
          </p:cNvPr>
          <p:cNvSpPr txBox="1"/>
          <p:nvPr/>
        </p:nvSpPr>
        <p:spPr>
          <a:xfrm>
            <a:off x="6227015" y="1937709"/>
            <a:ext cx="158812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</a:rPr>
              <a:t>2. Forward Req to Enovia 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A8AFFF-494E-7BB5-093B-7465E3DC3409}"/>
              </a:ext>
            </a:extLst>
          </p:cNvPr>
          <p:cNvSpPr txBox="1"/>
          <p:nvPr/>
        </p:nvSpPr>
        <p:spPr>
          <a:xfrm>
            <a:off x="8880545" y="2005093"/>
            <a:ext cx="2033918" cy="1538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</a:rPr>
              <a:t>3. Process, Validate &amp; Create Part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929C7C4-9CA5-836D-A5F3-7E92A9A01CFC}"/>
              </a:ext>
            </a:extLst>
          </p:cNvPr>
          <p:cNvSpPr/>
          <p:nvPr/>
        </p:nvSpPr>
        <p:spPr>
          <a:xfrm>
            <a:off x="343774" y="873158"/>
            <a:ext cx="11451986" cy="1423645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IN" err="1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968E814-F178-7882-9C9F-7D2F1EEE98A9}"/>
              </a:ext>
            </a:extLst>
          </p:cNvPr>
          <p:cNvSpPr/>
          <p:nvPr/>
        </p:nvSpPr>
        <p:spPr>
          <a:xfrm>
            <a:off x="681210" y="753682"/>
            <a:ext cx="2073661" cy="229630"/>
          </a:xfrm>
          <a:prstGeom prst="roundRect">
            <a:avLst/>
          </a:prstGeom>
          <a:solidFill>
            <a:srgbClr val="0641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ctr" anchorCtr="0"/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Integration Flow</a:t>
            </a:r>
            <a:endParaRPr lang="en-IN" sz="1100" b="1" err="1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94128D-1564-5D29-FCB2-981204388252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1495511" y="1874930"/>
            <a:ext cx="1395964" cy="995779"/>
          </a:xfrm>
          <a:prstGeom prst="straightConnector1">
            <a:avLst/>
          </a:prstGeom>
          <a:ln w="19050">
            <a:solidFill>
              <a:srgbClr val="FFCD4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6ED4B5-F1EF-CA65-B16F-8D65944C56C1}"/>
              </a:ext>
            </a:extLst>
          </p:cNvPr>
          <p:cNvCxnSpPr>
            <a:cxnSpLocks/>
          </p:cNvCxnSpPr>
          <p:nvPr/>
        </p:nvCxnSpPr>
        <p:spPr>
          <a:xfrm flipH="1">
            <a:off x="7308235" y="2199042"/>
            <a:ext cx="2683470" cy="839035"/>
          </a:xfrm>
          <a:prstGeom prst="straightConnector1">
            <a:avLst/>
          </a:prstGeom>
          <a:ln w="19050">
            <a:solidFill>
              <a:srgbClr val="FFCD4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Rectangle: Rounded Corners 3075">
            <a:extLst>
              <a:ext uri="{FF2B5EF4-FFF2-40B4-BE49-F238E27FC236}">
                <a16:creationId xmlns:a16="http://schemas.microsoft.com/office/drawing/2014/main" id="{9890DA4B-5B06-6785-46C3-F941E56FAA53}"/>
              </a:ext>
            </a:extLst>
          </p:cNvPr>
          <p:cNvSpPr/>
          <p:nvPr/>
        </p:nvSpPr>
        <p:spPr>
          <a:xfrm>
            <a:off x="370887" y="2694138"/>
            <a:ext cx="10416259" cy="995779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IN" err="1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9765C5-4F11-DD3B-A69C-4F1B3D17E791}"/>
              </a:ext>
            </a:extLst>
          </p:cNvPr>
          <p:cNvGrpSpPr/>
          <p:nvPr/>
        </p:nvGrpSpPr>
        <p:grpSpPr>
          <a:xfrm>
            <a:off x="1046940" y="4310923"/>
            <a:ext cx="2093022" cy="1380172"/>
            <a:chOff x="810883" y="4225175"/>
            <a:chExt cx="2093022" cy="1380172"/>
          </a:xfrm>
        </p:grpSpPr>
        <p:sp>
          <p:nvSpPr>
            <p:cNvPr id="3077" name="Rectangle: Rounded Corners 3076">
              <a:extLst>
                <a:ext uri="{FF2B5EF4-FFF2-40B4-BE49-F238E27FC236}">
                  <a16:creationId xmlns:a16="http://schemas.microsoft.com/office/drawing/2014/main" id="{02F2357C-E076-50B7-2DD2-53B0A9480DEC}"/>
                </a:ext>
              </a:extLst>
            </p:cNvPr>
            <p:cNvSpPr/>
            <p:nvPr/>
          </p:nvSpPr>
          <p:spPr>
            <a:xfrm>
              <a:off x="810883" y="4225175"/>
              <a:ext cx="2093022" cy="1380172"/>
            </a:xfrm>
            <a:prstGeom prst="roundRect">
              <a:avLst/>
            </a:prstGeom>
            <a:solidFill>
              <a:srgbClr val="F2FAED"/>
            </a:solidFill>
            <a:ln>
              <a:solidFill>
                <a:srgbClr val="BEEB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050" b="1">
                  <a:solidFill>
                    <a:schemeClr val="tx1"/>
                  </a:solidFill>
                </a:rPr>
                <a:t>Spring Boot API Layer</a:t>
              </a:r>
            </a:p>
            <a:p>
              <a:pPr algn="ctr"/>
              <a:endParaRPr lang="en-US" sz="1050" b="1">
                <a:solidFill>
                  <a:schemeClr val="tx1"/>
                </a:solidFill>
              </a:endParaRPr>
            </a:p>
            <a:p>
              <a:pPr algn="ctr"/>
              <a:endParaRPr lang="en-US" sz="1050" b="1">
                <a:solidFill>
                  <a:schemeClr val="tx1"/>
                </a:solidFill>
              </a:endParaRPr>
            </a:p>
            <a:p>
              <a:pPr algn="ctr"/>
              <a:endParaRPr lang="en-US" sz="1050" b="1">
                <a:solidFill>
                  <a:schemeClr val="tx1"/>
                </a:solidFill>
              </a:endParaRPr>
            </a:p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Non-Blocking API Endpoints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F6E47D-D2F5-45F2-9803-C5C5C0EB3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5886" y="4507637"/>
              <a:ext cx="483120" cy="389613"/>
            </a:xfrm>
            <a:prstGeom prst="rect">
              <a:avLst/>
            </a:prstGeom>
          </p:spPr>
        </p:pic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B970B44-508F-9026-E5F7-CE3903087D1F}"/>
                </a:ext>
              </a:extLst>
            </p:cNvPr>
            <p:cNvSpPr/>
            <p:nvPr/>
          </p:nvSpPr>
          <p:spPr>
            <a:xfrm>
              <a:off x="931653" y="5204724"/>
              <a:ext cx="1842027" cy="243576"/>
            </a:xfrm>
            <a:prstGeom prst="roundRect">
              <a:avLst/>
            </a:prstGeom>
            <a:solidFill>
              <a:srgbClr val="BEEBB4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POST /api/transaction/status</a:t>
              </a:r>
              <a:endParaRPr lang="en-IN" sz="8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249725C-01CE-54AA-A5F4-819AC6D8ABF6}"/>
              </a:ext>
            </a:extLst>
          </p:cNvPr>
          <p:cNvGrpSpPr/>
          <p:nvPr/>
        </p:nvGrpSpPr>
        <p:grpSpPr>
          <a:xfrm>
            <a:off x="3489660" y="4330163"/>
            <a:ext cx="2120907" cy="1380172"/>
            <a:chOff x="7568306" y="4385728"/>
            <a:chExt cx="2120907" cy="138017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A16EAAB7-1B08-EC7E-C431-449E76C7E454}"/>
                </a:ext>
              </a:extLst>
            </p:cNvPr>
            <p:cNvSpPr/>
            <p:nvPr/>
          </p:nvSpPr>
          <p:spPr>
            <a:xfrm>
              <a:off x="7568306" y="4385728"/>
              <a:ext cx="2120907" cy="1380172"/>
            </a:xfrm>
            <a:prstGeom prst="roundRect">
              <a:avLst/>
            </a:prstGeom>
            <a:solidFill>
              <a:srgbClr val="F0EFFD"/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050" b="1">
                  <a:solidFill>
                    <a:schemeClr val="tx1"/>
                  </a:solidFill>
                </a:rPr>
                <a:t>PostgreSQL DB</a:t>
              </a:r>
            </a:p>
            <a:p>
              <a:pPr algn="ctr"/>
              <a:endParaRPr lang="en-US" sz="1050" b="1">
                <a:solidFill>
                  <a:schemeClr val="tx1"/>
                </a:solidFill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26EF3E2-18F3-ACCF-A1DF-4ACDF6322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98862" y="4655961"/>
              <a:ext cx="361393" cy="328539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33ADA16-45F0-23C4-C95A-B0C446CD1EDA}"/>
                </a:ext>
              </a:extLst>
            </p:cNvPr>
            <p:cNvSpPr/>
            <p:nvPr/>
          </p:nvSpPr>
          <p:spPr>
            <a:xfrm>
              <a:off x="7765485" y="5006141"/>
              <a:ext cx="1726546" cy="6855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Ins="0" bIns="0" rtlCol="0" anchor="ctr" anchorCtr="0"/>
            <a:lstStyle/>
            <a:p>
              <a:pPr algn="l"/>
              <a:r>
                <a:rPr lang="en-US" sz="1050" b="1">
                  <a:solidFill>
                    <a:schemeClr val="tx1"/>
                  </a:solidFill>
                </a:rPr>
                <a:t>Transactions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050">
                  <a:solidFill>
                    <a:schemeClr val="tx1"/>
                  </a:solidFill>
                </a:rPr>
                <a:t>transaction_id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050">
                  <a:solidFill>
                    <a:schemeClr val="tx1"/>
                  </a:solidFill>
                </a:rPr>
                <a:t>part_number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050">
                  <a:solidFill>
                    <a:schemeClr val="tx1"/>
                  </a:solidFill>
                </a:rPr>
                <a:t>status</a:t>
              </a:r>
              <a:endParaRPr lang="en-IN" sz="1050">
                <a:solidFill>
                  <a:schemeClr val="tx1"/>
                </a:solidFill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9B6CE41-5669-BB88-2940-76861BF3BC4C}"/>
              </a:ext>
            </a:extLst>
          </p:cNvPr>
          <p:cNvCxnSpPr>
            <a:cxnSpLocks/>
            <a:stCxn id="3077" idx="3"/>
          </p:cNvCxnSpPr>
          <p:nvPr/>
        </p:nvCxnSpPr>
        <p:spPr>
          <a:xfrm flipV="1">
            <a:off x="3139962" y="4995637"/>
            <a:ext cx="296238" cy="5372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32E1239-66F9-B93B-3603-F45B913ECBAB}"/>
              </a:ext>
            </a:extLst>
          </p:cNvPr>
          <p:cNvSpPr/>
          <p:nvPr/>
        </p:nvSpPr>
        <p:spPr>
          <a:xfrm>
            <a:off x="1046940" y="3984520"/>
            <a:ext cx="2356586" cy="216288"/>
          </a:xfrm>
          <a:prstGeom prst="roundRect">
            <a:avLst/>
          </a:prstGeom>
          <a:solidFill>
            <a:srgbClr val="0A7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ctr" anchorCtr="0"/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Central Logging Service </a:t>
            </a:r>
            <a:endParaRPr lang="en-IN" sz="1100" b="1" err="1">
              <a:solidFill>
                <a:schemeClr val="bg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D39C008-0E1D-68CE-C5C3-EF2177204EA0}"/>
              </a:ext>
            </a:extLst>
          </p:cNvPr>
          <p:cNvCxnSpPr>
            <a:cxnSpLocks/>
          </p:cNvCxnSpPr>
          <p:nvPr/>
        </p:nvCxnSpPr>
        <p:spPr>
          <a:xfrm>
            <a:off x="5073355" y="3711558"/>
            <a:ext cx="0" cy="391038"/>
          </a:xfrm>
          <a:prstGeom prst="straightConnector1">
            <a:avLst/>
          </a:prstGeom>
          <a:ln w="19050">
            <a:solidFill>
              <a:srgbClr val="FFCD4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System Architecture Diagram &#10;Option 1 - Central Logging Service (REST + Async) &#10;Integration Flow &#10;Key Benefits &#10;PDM (SolidWorks) &#10;SAP PI (Middleware) &#10;ENOVIA &#10;Response &#10;Non-Blocking &#10;Logging does not impact &#10;1. Part Creation Action &#10;Response &#10;2. Forward Request to Enovia &#10;3. Process, Validate &amp; Create Part &#10;main integration flow &#10;- &#10;Send Transaction Events &#10;Loose Coupling &#10;(REST API Calls) &#10;Each system calls logging &#10;service independently &#10;REQUEST_INIT &#10;· ENOVIA_REQUEST_SENT &#10;· ENOVIA_REQUEST_RECEIVED &#10;RESPONSE_RECEIVED_AT_PDM &#10;· RESPONSE_RECEIVED_AT_PDM &#10;· ENOVIA_VALIDATION_FAILED &#10;· ENOVIA_PART_CREATED &#10;High Performance &#10;· ENOVIA_RESPONSE_SENT &#10;In-Memory Queue + &#10;Batch Processing &#10;Central Logging Service &#10;Reliable &#10;In-Memory Queue &#10;Retry Mechanism &amp; &#10;REST API Layer &#10;Async Processor &#10;PostgreSQL Database &#10;Centralized Audit Trail &#10;&lt;/&gt; &#10;HH &#10;Real-time Visibility &#10;Fast &amp; Non-Blocking &#10;Admin Console shows &#10;API Endpoints &#10;Buffers Incoming Events &#10;Scheduled Workers &#10;Process &amp; Persist Events &#10;transactions &#10;transaction_history &#10;(Bounded Queue) &#10;Async &#10;live status &amp; history &#10;DB Writes &#10;· transaction_id (PK) &#10;· id (PK) &#10;POST /api/transactions/{txld)/status &#10;Batch Processing &#10;. part_number &#10;· transaction_id (FK) &#10;· current_status &#10;· status &#10;· source_system &#10;· message &#10;GET /api/transactions/{txld) &#10;Retry &amp; Error Handling &#10;· created_at &#10;· payload (JSONB) &#10;updated_at &#10;· timestamp &#10;Status Flow Examples &#10;1 &#10;REQUEST_INIT (PDM) &#10;Query Data &#10;2 ENOVIA_REQUEST_SENT (SAP PI) &#10;Admin Console Application &#10;3 ENOVIA_REQUEST_RECEIVED (Enovia) &#10;4 &#10;ENOVIA_VALIDATION_FAILED / &#10;Total &#10;Success &#10;Failed &#10;In Progress &#10;Admin Console Backend APIs &#10;ENOVIA_PART_CREATED (Enovia) &#10;1.200 &#10;980 &#10;120 &#10;100 &#10;. GET /transactions &#10;5 ENOVIA_RESPONSE_SENT (Enovia) &#10;· GET /transactions/{txld} &#10;6 &#10;RESPONSE_RECEIVED_AT_PDM &#10;· GET /transactions/{txld}/history &#10;(SAP PI/PDM) &#10;· GET /health &#10;Search, Track &amp; Analyze Transactions ">
            <a:extLst>
              <a:ext uri="{FF2B5EF4-FFF2-40B4-BE49-F238E27FC236}">
                <a16:creationId xmlns:a16="http://schemas.microsoft.com/office/drawing/2014/main" id="{89BD4FDA-06D0-8CE6-6B13-C3BF1F6E96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1" t="75174" r="40722"/>
          <a:stretch>
            <a:fillRect/>
          </a:stretch>
        </p:blipFill>
        <p:spPr bwMode="auto">
          <a:xfrm>
            <a:off x="6977837" y="4220091"/>
            <a:ext cx="4716030" cy="14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: Rounded Corners 3077">
            <a:extLst>
              <a:ext uri="{FF2B5EF4-FFF2-40B4-BE49-F238E27FC236}">
                <a16:creationId xmlns:a16="http://schemas.microsoft.com/office/drawing/2014/main" id="{3744C48A-EFFE-DB16-9F91-0FA7C3D9ABC6}"/>
              </a:ext>
            </a:extLst>
          </p:cNvPr>
          <p:cNvSpPr/>
          <p:nvPr/>
        </p:nvSpPr>
        <p:spPr>
          <a:xfrm>
            <a:off x="496712" y="2578666"/>
            <a:ext cx="1816283" cy="616080"/>
          </a:xfrm>
          <a:prstGeom prst="roundRect">
            <a:avLst/>
          </a:prstGeom>
          <a:solidFill>
            <a:srgbClr val="0641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ctr" anchorCtr="0"/>
          <a:lstStyle/>
          <a:p>
            <a:r>
              <a:rPr lang="en-US" sz="1100" dirty="0"/>
              <a:t>Send Transaction Events (API Call : </a:t>
            </a:r>
            <a:r>
              <a:rPr lang="en-IN" sz="1100" dirty="0"/>
              <a:t>fire-and-forget</a:t>
            </a:r>
            <a:r>
              <a:rPr lang="en-US" sz="1100" dirty="0"/>
              <a:t>) </a:t>
            </a:r>
            <a:endParaRPr lang="en-IN" sz="11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3DE6DD-CBCA-AC94-797E-91089876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87" y="238088"/>
            <a:ext cx="6631445" cy="261610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</a:rPr>
              <a:t>Admin Console System Desing &amp; Integration SolidWorks </a:t>
            </a:r>
            <a:endParaRPr lang="en-IN" sz="2000" dirty="0">
              <a:solidFill>
                <a:srgbClr val="00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9235D3-5C82-1797-37B1-0D1CDD005F3D}"/>
              </a:ext>
            </a:extLst>
          </p:cNvPr>
          <p:cNvSpPr/>
          <p:nvPr/>
        </p:nvSpPr>
        <p:spPr>
          <a:xfrm>
            <a:off x="10349574" y="3781565"/>
            <a:ext cx="1168393" cy="3264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IN" dirty="0" err="1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4ACB37F-F38E-03BE-F634-F458B0BC0695}"/>
              </a:ext>
            </a:extLst>
          </p:cNvPr>
          <p:cNvCxnSpPr>
            <a:cxnSpLocks/>
          </p:cNvCxnSpPr>
          <p:nvPr/>
        </p:nvCxnSpPr>
        <p:spPr>
          <a:xfrm>
            <a:off x="5610567" y="4881854"/>
            <a:ext cx="1410509" cy="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5706BC7-2E13-F398-A112-1C2F3B2C0E81}"/>
              </a:ext>
            </a:extLst>
          </p:cNvPr>
          <p:cNvSpPr/>
          <p:nvPr/>
        </p:nvSpPr>
        <p:spPr>
          <a:xfrm>
            <a:off x="831277" y="1184816"/>
            <a:ext cx="1328467" cy="690114"/>
          </a:xfrm>
          <a:prstGeom prst="rect">
            <a:avLst/>
          </a:prstGeom>
          <a:solidFill>
            <a:srgbClr val="D5E6F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PDM  (Client)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A462609-8180-D89D-2BAF-E9FAD599D599}"/>
              </a:ext>
            </a:extLst>
          </p:cNvPr>
          <p:cNvCxnSpPr>
            <a:cxnSpLocks/>
          </p:cNvCxnSpPr>
          <p:nvPr/>
        </p:nvCxnSpPr>
        <p:spPr>
          <a:xfrm>
            <a:off x="2159744" y="1364509"/>
            <a:ext cx="927510" cy="16138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09C97E-E265-E5B7-FE22-75E3CB38202A}"/>
              </a:ext>
            </a:extLst>
          </p:cNvPr>
          <p:cNvCxnSpPr>
            <a:cxnSpLocks/>
          </p:cNvCxnSpPr>
          <p:nvPr/>
        </p:nvCxnSpPr>
        <p:spPr>
          <a:xfrm flipH="1">
            <a:off x="2183631" y="1713879"/>
            <a:ext cx="905773" cy="0"/>
          </a:xfrm>
          <a:prstGeom prst="straightConnector1">
            <a:avLst/>
          </a:prstGeom>
          <a:ln w="19050">
            <a:solidFill>
              <a:schemeClr val="accent2">
                <a:lumMod val="90000"/>
              </a:schemeClr>
            </a:solidFill>
            <a:prstDash val="sys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BF7D8FD-B126-63E4-B1FF-1B49D50EE927}"/>
              </a:ext>
            </a:extLst>
          </p:cNvPr>
          <p:cNvSpPr txBox="1"/>
          <p:nvPr/>
        </p:nvSpPr>
        <p:spPr>
          <a:xfrm>
            <a:off x="2357675" y="1193834"/>
            <a:ext cx="53380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dirty="0">
                <a:solidFill>
                  <a:schemeClr val="tx1"/>
                </a:solidFill>
              </a:rPr>
              <a:t>Request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F19C1B-6D56-065A-C5CC-312A53FD3D05}"/>
              </a:ext>
            </a:extLst>
          </p:cNvPr>
          <p:cNvSpPr txBox="1"/>
          <p:nvPr/>
        </p:nvSpPr>
        <p:spPr>
          <a:xfrm>
            <a:off x="2321526" y="1544396"/>
            <a:ext cx="62998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dirty="0">
                <a:solidFill>
                  <a:schemeClr val="tx1"/>
                </a:solidFill>
              </a:rPr>
              <a:t>Response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88887BC-9AE7-D781-471E-07E0832F3220}"/>
              </a:ext>
            </a:extLst>
          </p:cNvPr>
          <p:cNvSpPr/>
          <p:nvPr/>
        </p:nvSpPr>
        <p:spPr>
          <a:xfrm>
            <a:off x="2687123" y="2858922"/>
            <a:ext cx="2234880" cy="67164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ctr" anchorCtr="0"/>
          <a:lstStyle/>
          <a:p>
            <a:pPr marL="228600" indent="-228600" algn="l">
              <a:buAutoNum type="arabicPeriod"/>
            </a:pPr>
            <a:r>
              <a:rPr lang="en-US" sz="900" dirty="0">
                <a:solidFill>
                  <a:schemeClr val="tx1"/>
                </a:solidFill>
              </a:rPr>
              <a:t>REQUEST_INIT</a:t>
            </a:r>
          </a:p>
          <a:p>
            <a:pPr marL="228600" indent="-228600" algn="l">
              <a:buFont typeface="+mj-lt"/>
              <a:buAutoNum type="arabicPeriod" startAt="4"/>
            </a:pPr>
            <a:r>
              <a:rPr lang="en-US" sz="900" dirty="0">
                <a:solidFill>
                  <a:schemeClr val="tx1"/>
                </a:solidFill>
              </a:rPr>
              <a:t>RESPONSE_RECEVED_AT_PDM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C80E9D3-11CB-DE9F-0228-1CDDCF7496F4}"/>
              </a:ext>
            </a:extLst>
          </p:cNvPr>
          <p:cNvSpPr/>
          <p:nvPr/>
        </p:nvSpPr>
        <p:spPr>
          <a:xfrm>
            <a:off x="5073355" y="2854915"/>
            <a:ext cx="2234880" cy="67164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ctr" anchorCtr="0"/>
          <a:lstStyle/>
          <a:p>
            <a:r>
              <a:rPr lang="en-US" sz="900" dirty="0">
                <a:solidFill>
                  <a:schemeClr val="tx1"/>
                </a:solidFill>
              </a:rPr>
              <a:t>2.     ENOVIA_REQUEST_RECEIVED</a:t>
            </a:r>
          </a:p>
          <a:p>
            <a:pPr marL="228600" indent="-228600">
              <a:buAutoNum type="arabicPeriod" startAt="3"/>
            </a:pPr>
            <a:r>
              <a:rPr lang="en-US" sz="900" dirty="0">
                <a:solidFill>
                  <a:schemeClr val="tx1"/>
                </a:solidFill>
              </a:rPr>
              <a:t>ENOVIA_REPONSE_SENT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3072" name="TextBox 3071">
            <a:extLst>
              <a:ext uri="{FF2B5EF4-FFF2-40B4-BE49-F238E27FC236}">
                <a16:creationId xmlns:a16="http://schemas.microsoft.com/office/drawing/2014/main" id="{5CDADC9C-E10C-2419-9CE9-1A6C2AEF31D0}"/>
              </a:ext>
            </a:extLst>
          </p:cNvPr>
          <p:cNvSpPr txBox="1"/>
          <p:nvPr/>
        </p:nvSpPr>
        <p:spPr>
          <a:xfrm>
            <a:off x="6032600" y="4968965"/>
            <a:ext cx="19394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dirty="0">
                <a:latin typeface="+mn-lt"/>
              </a:rPr>
              <a:t>API Auth: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+mn-lt"/>
              </a:rPr>
              <a:t>JWT</a:t>
            </a:r>
            <a:endParaRPr lang="en-IN" sz="1100" dirty="0">
              <a:latin typeface="+mn-lt"/>
            </a:endParaRPr>
          </a:p>
        </p:txBody>
      </p:sp>
      <p:sp>
        <p:nvSpPr>
          <p:cNvPr id="3075" name="TextBox 3074">
            <a:extLst>
              <a:ext uri="{FF2B5EF4-FFF2-40B4-BE49-F238E27FC236}">
                <a16:creationId xmlns:a16="http://schemas.microsoft.com/office/drawing/2014/main" id="{BE564111-50DD-0626-C276-007502892085}"/>
              </a:ext>
            </a:extLst>
          </p:cNvPr>
          <p:cNvSpPr txBox="1"/>
          <p:nvPr/>
        </p:nvSpPr>
        <p:spPr>
          <a:xfrm>
            <a:off x="9754404" y="2411928"/>
            <a:ext cx="193946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dirty="0">
                <a:latin typeface="+mn-lt"/>
              </a:rPr>
              <a:t>API Auth: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dirty="0">
                <a:latin typeface="+mn-lt"/>
              </a:rPr>
              <a:t>Static API Key (</a:t>
            </a:r>
            <a:r>
              <a:rPr lang="en-US" sz="1100" kern="1200" dirty="0">
                <a:latin typeface="+mn-lt"/>
                <a:ea typeface="+mn-ea"/>
                <a:cs typeface="+mn-cs"/>
              </a:rPr>
              <a:t>Base64 Encrypted</a:t>
            </a:r>
            <a:r>
              <a:rPr lang="en-IN" sz="1100" dirty="0">
                <a:latin typeface="+mn-lt"/>
              </a:rPr>
              <a:t>) </a:t>
            </a:r>
          </a:p>
        </p:txBody>
      </p:sp>
      <p:cxnSp>
        <p:nvCxnSpPr>
          <p:cNvPr id="3079" name="Straight Arrow Connector 3078">
            <a:extLst>
              <a:ext uri="{FF2B5EF4-FFF2-40B4-BE49-F238E27FC236}">
                <a16:creationId xmlns:a16="http://schemas.microsoft.com/office/drawing/2014/main" id="{A920F688-254F-2FF5-6A2E-36D2C3B294DF}"/>
              </a:ext>
            </a:extLst>
          </p:cNvPr>
          <p:cNvCxnSpPr>
            <a:cxnSpLocks/>
            <a:stCxn id="3075" idx="1"/>
          </p:cNvCxnSpPr>
          <p:nvPr/>
        </p:nvCxnSpPr>
        <p:spPr>
          <a:xfrm flipH="1" flipV="1">
            <a:off x="9345099" y="2422986"/>
            <a:ext cx="409305" cy="289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0" name="Straight Arrow Connector 3079">
            <a:extLst>
              <a:ext uri="{FF2B5EF4-FFF2-40B4-BE49-F238E27FC236}">
                <a16:creationId xmlns:a16="http://schemas.microsoft.com/office/drawing/2014/main" id="{D22F52BA-700B-9F1D-BBBA-85821F4DD1E4}"/>
              </a:ext>
            </a:extLst>
          </p:cNvPr>
          <p:cNvCxnSpPr>
            <a:cxnSpLocks/>
          </p:cNvCxnSpPr>
          <p:nvPr/>
        </p:nvCxnSpPr>
        <p:spPr>
          <a:xfrm flipH="1" flipV="1">
            <a:off x="2687123" y="2590856"/>
            <a:ext cx="7065103" cy="24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269098"/>
      </p:ext>
    </p:extLst>
  </p:cSld>
  <p:clrMapOvr>
    <a:masterClrMapping/>
  </p:clrMapOvr>
</p:sld>
</file>

<file path=ppt/theme/theme1.xml><?xml version="1.0" encoding="utf-8"?>
<a:theme xmlns:a="http://schemas.openxmlformats.org/drawingml/2006/main" name="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 Regular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-revised instruction" id="{9DCB94B6-C2DF-2A4D-B7DF-343B11D5EE55}" vid="{948E2C24-E666-DF46-88F9-D5A162E0C9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6C583AAE188B49B7BEF1A2DF3BCC9B" ma:contentTypeVersion="8" ma:contentTypeDescription="Create a new document." ma:contentTypeScope="" ma:versionID="fefb0a06179153825158d5c9362779a6">
  <xsd:schema xmlns:xsd="http://www.w3.org/2001/XMLSchema" xmlns:xs="http://www.w3.org/2001/XMLSchema" xmlns:p="http://schemas.microsoft.com/office/2006/metadata/properties" xmlns:ns2="68c1c9fb-4c5e-4bd0-8e3d-b5b20069e3f0" targetNamespace="http://schemas.microsoft.com/office/2006/metadata/properties" ma:root="true" ma:fieldsID="5d00e3726bddef1fd5ca6e842ecaca44" ns2:_="">
    <xsd:import namespace="68c1c9fb-4c5e-4bd0-8e3d-b5b20069e3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c1c9fb-4c5e-4bd0-8e3d-b5b20069e3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2766B2-7E26-4089-B907-2E2E75199AB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CB5E2BE-3CE2-46D5-85B8-FEAC78A1F1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c1c9fb-4c5e-4bd0-8e3d-b5b20069e3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64C900-86D7-49C1-B2DD-94EC6D25EF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330</Words>
  <Application>Microsoft Office PowerPoint</Application>
  <PresentationFormat>Widescreen</PresentationFormat>
  <Paragraphs>102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HCLTech Roobert</vt:lpstr>
      <vt:lpstr>HCLTech Roobert Bold</vt:lpstr>
      <vt:lpstr>HCLTech Roobert Light</vt:lpstr>
      <vt:lpstr>HCLTech Roobert SemiBold</vt:lpstr>
      <vt:lpstr>HCLTech Theme 4.1</vt:lpstr>
      <vt:lpstr>PowerPoint Presentation</vt:lpstr>
      <vt:lpstr>Admin Console System Desing &amp; Integration Windchill</vt:lpstr>
      <vt:lpstr>Admin Console System Desing &amp; Integration SolidWorks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Mukesh Patil</dc:creator>
  <cp:lastModifiedBy>Patil, Mukesh</cp:lastModifiedBy>
  <cp:revision>2</cp:revision>
  <dcterms:created xsi:type="dcterms:W3CDTF">2026-07-22T17:47:29Z</dcterms:created>
  <dcterms:modified xsi:type="dcterms:W3CDTF">2026-07-22T19:38:11Z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08f62fc5-cec9-4744-90e3-ca344ffe14d8</vt:lpwstr>
  </property>
  <property fmtid="{D5CDD505-2E9C-101B-9397-08002B2CF9AE}" pid="3" name="MSIP_Label_556dfe78-8a37-4fb5-b4aa-b92b97e18d15_Enabled">
    <vt:lpwstr>true</vt:lpwstr>
  </property>
  <property fmtid="{D5CDD505-2E9C-101B-9397-08002B2CF9AE}" pid="4" name="MSIP_Label_556dfe78-8a37-4fb5-b4aa-b92b97e18d15_SetDate">
    <vt:lpwstr>2026-07-22T17:52:56Z</vt:lpwstr>
  </property>
  <property fmtid="{D5CDD505-2E9C-101B-9397-08002B2CF9AE}" pid="5" name="MSIP_Label_556dfe78-8a37-4fb5-b4aa-b92b97e18d15_Method">
    <vt:lpwstr>Standard</vt:lpwstr>
  </property>
  <property fmtid="{D5CDD505-2E9C-101B-9397-08002B2CF9AE}" pid="6" name="MSIP_Label_556dfe78-8a37-4fb5-b4aa-b92b97e18d15_Name">
    <vt:lpwstr>Internal</vt:lpwstr>
  </property>
  <property fmtid="{D5CDD505-2E9C-101B-9397-08002B2CF9AE}" pid="7" name="MSIP_Label_556dfe78-8a37-4fb5-b4aa-b92b97e18d15_SiteId">
    <vt:lpwstr>189de737-c93a-4f5a-8b68-6f4ca9941912</vt:lpwstr>
  </property>
  <property fmtid="{D5CDD505-2E9C-101B-9397-08002B2CF9AE}" pid="8" name="MSIP_Label_556dfe78-8a37-4fb5-b4aa-b92b97e18d15_ActionId">
    <vt:lpwstr>a200ed67-eaba-4f2b-bbca-dbf0351dbb43</vt:lpwstr>
  </property>
  <property fmtid="{D5CDD505-2E9C-101B-9397-08002B2CF9AE}" pid="9" name="MSIP_Label_556dfe78-8a37-4fb5-b4aa-b92b97e18d15_ContentBits">
    <vt:lpwstr>1</vt:lpwstr>
  </property>
  <property fmtid="{D5CDD505-2E9C-101B-9397-08002B2CF9AE}" pid="10" name="MSIP_Label_556dfe78-8a37-4fb5-b4aa-b92b97e18d15_Tag">
    <vt:lpwstr>10, 3, 0, 1</vt:lpwstr>
  </property>
  <property fmtid="{D5CDD505-2E9C-101B-9397-08002B2CF9AE}" pid="11" name="ClassificationContentMarkingHeaderLocations">
    <vt:lpwstr>HCLTech Theme 4.1:7</vt:lpwstr>
  </property>
  <property fmtid="{D5CDD505-2E9C-101B-9397-08002B2CF9AE}" pid="12" name="ClassificationContentMarkingHeaderText">
    <vt:lpwstr>Classification: Internal</vt:lpwstr>
  </property>
  <property fmtid="{D5CDD505-2E9C-101B-9397-08002B2CF9AE}" pid="13" name="HCLClassification">
    <vt:lpwstr>HCL_Cla5s_C0nf1dent1al</vt:lpwstr>
  </property>
  <property fmtid="{D5CDD505-2E9C-101B-9397-08002B2CF9AE}" pid="14" name="ContentTypeId">
    <vt:lpwstr>0x010100406C583AAE188B49B7BEF1A2DF3BCC9B</vt:lpwstr>
  </property>
</Properties>
</file>